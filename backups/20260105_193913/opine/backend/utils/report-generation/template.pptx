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charts/chart5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charts/chart6.xml" ContentType="application/vnd.openxmlformats-officedocument.drawingml.chart+xml"/>
  <Override PartName="/ppt/charts/style6.xml" ContentType="application/vnd.ms-office.chartstyle+xml"/>
  <Override PartName="/ppt/charts/colors6.xml" ContentType="application/vnd.ms-office.chartcolorstyle+xml"/>
  <Override PartName="/ppt/charts/chart7.xml" ContentType="application/vnd.openxmlformats-officedocument.drawingml.chart+xml"/>
  <Override PartName="/ppt/charts/style7.xml" ContentType="application/vnd.ms-office.chartstyle+xml"/>
  <Override PartName="/ppt/charts/colors7.xml" ContentType="application/vnd.ms-office.chartcolorstyle+xml"/>
  <Override PartName="/ppt/charts/chart8.xml" ContentType="application/vnd.openxmlformats-officedocument.drawingml.chart+xml"/>
  <Override PartName="/ppt/charts/style8.xml" ContentType="application/vnd.ms-office.chartstyle+xml"/>
  <Override PartName="/ppt/charts/colors8.xml" ContentType="application/vnd.ms-office.chartcolorstyle+xml"/>
  <Override PartName="/ppt/charts/chart9.xml" ContentType="application/vnd.openxmlformats-officedocument.drawingml.chart+xml"/>
  <Override PartName="/ppt/charts/style9.xml" ContentType="application/vnd.ms-office.chartstyle+xml"/>
  <Override PartName="/ppt/charts/colors9.xml" ContentType="application/vnd.ms-office.chartcolorstyle+xml"/>
  <Override PartName="/ppt/charts/chart10.xml" ContentType="application/vnd.openxmlformats-officedocument.drawingml.chart+xml"/>
  <Override PartName="/ppt/charts/style10.xml" ContentType="application/vnd.ms-office.chartstyle+xml"/>
  <Override PartName="/ppt/charts/colors10.xml" ContentType="application/vnd.ms-office.chartcolorstyle+xml"/>
  <Override PartName="/ppt/charts/chart11.xml" ContentType="application/vnd.openxmlformats-officedocument.drawingml.chart+xml"/>
  <Override PartName="/ppt/charts/style11.xml" ContentType="application/vnd.ms-office.chartstyle+xml"/>
  <Override PartName="/ppt/charts/colors11.xml" ContentType="application/vnd.ms-office.chartcolorstyle+xml"/>
  <Override PartName="/ppt/charts/chart12.xml" ContentType="application/vnd.openxmlformats-officedocument.drawingml.chart+xml"/>
  <Override PartName="/ppt/charts/style12.xml" ContentType="application/vnd.ms-office.chartstyle+xml"/>
  <Override PartName="/ppt/charts/colors12.xml" ContentType="application/vnd.ms-office.chartcolorstyle+xml"/>
  <Override PartName="/ppt/charts/chart13.xml" ContentType="application/vnd.openxmlformats-officedocument.drawingml.chart+xml"/>
  <Override PartName="/ppt/charts/style13.xml" ContentType="application/vnd.ms-office.chartstyle+xml"/>
  <Override PartName="/ppt/charts/colors13.xml" ContentType="application/vnd.ms-office.chartcolorstyle+xml"/>
  <Override PartName="/ppt/charts/chart14.xml" ContentType="application/vnd.openxmlformats-officedocument.drawingml.chart+xml"/>
  <Override PartName="/ppt/charts/style14.xml" ContentType="application/vnd.ms-office.chartstyle+xml"/>
  <Override PartName="/ppt/charts/colors14.xml" ContentType="application/vnd.ms-office.chartcolorstyle+xml"/>
  <Override PartName="/ppt/charts/chart15.xml" ContentType="application/vnd.openxmlformats-officedocument.drawingml.chart+xml"/>
  <Override PartName="/ppt/charts/style15.xml" ContentType="application/vnd.ms-office.chartstyle+xml"/>
  <Override PartName="/ppt/charts/colors15.xml" ContentType="application/vnd.ms-office.chartcolorstyle+xml"/>
  <Override PartName="/ppt/charts/chart16.xml" ContentType="application/vnd.openxmlformats-officedocument.drawingml.chart+xml"/>
  <Override PartName="/ppt/charts/style16.xml" ContentType="application/vnd.ms-office.chartstyle+xml"/>
  <Override PartName="/ppt/charts/colors16.xml" ContentType="application/vnd.ms-office.chartcolorstyle+xml"/>
  <Override PartName="/ppt/charts/chart17.xml" ContentType="application/vnd.openxmlformats-officedocument.drawingml.chart+xml"/>
  <Override PartName="/ppt/charts/style17.xml" ContentType="application/vnd.ms-office.chartstyle+xml"/>
  <Override PartName="/ppt/charts/colors17.xml" ContentType="application/vnd.ms-office.chartcolorstyle+xml"/>
  <Override PartName="/ppt/charts/chart18.xml" ContentType="application/vnd.openxmlformats-officedocument.drawingml.chart+xml"/>
  <Override PartName="/ppt/charts/style18.xml" ContentType="application/vnd.ms-office.chartstyle+xml"/>
  <Override PartName="/ppt/charts/colors18.xml" ContentType="application/vnd.ms-office.chartcolorstyle+xml"/>
  <Override PartName="/ppt/charts/chart19.xml" ContentType="application/vnd.openxmlformats-officedocument.drawingml.chart+xml"/>
  <Override PartName="/ppt/charts/style19.xml" ContentType="application/vnd.ms-office.chartstyle+xml"/>
  <Override PartName="/ppt/charts/colors19.xml" ContentType="application/vnd.ms-office.chartcolorstyle+xml"/>
  <Override PartName="/ppt/charts/chart20.xml" ContentType="application/vnd.openxmlformats-officedocument.drawingml.chart+xml"/>
  <Override PartName="/ppt/charts/style20.xml" ContentType="application/vnd.ms-office.chartstyle+xml"/>
  <Override PartName="/ppt/charts/colors20.xml" ContentType="application/vnd.ms-office.chartcolorstyle+xml"/>
  <Override PartName="/ppt/charts/chart21.xml" ContentType="application/vnd.openxmlformats-officedocument.drawingml.chart+xml"/>
  <Override PartName="/ppt/charts/style21.xml" ContentType="application/vnd.ms-office.chartstyle+xml"/>
  <Override PartName="/ppt/charts/colors21.xml" ContentType="application/vnd.ms-office.chartcolorstyle+xml"/>
  <Override PartName="/ppt/charts/chart22.xml" ContentType="application/vnd.openxmlformats-officedocument.drawingml.chart+xml"/>
  <Override PartName="/ppt/charts/style22.xml" ContentType="application/vnd.ms-office.chartstyle+xml"/>
  <Override PartName="/ppt/charts/colors22.xml" ContentType="application/vnd.ms-office.chartcolorstyle+xml"/>
  <Override PartName="/ppt/charts/chart23.xml" ContentType="application/vnd.openxmlformats-officedocument.drawingml.chart+xml"/>
  <Override PartName="/ppt/charts/style23.xml" ContentType="application/vnd.ms-office.chartstyle+xml"/>
  <Override PartName="/ppt/charts/colors23.xml" ContentType="application/vnd.ms-office.chartcolorstyle+xml"/>
  <Override PartName="/ppt/charts/chart24.xml" ContentType="application/vnd.openxmlformats-officedocument.drawingml.chart+xml"/>
  <Override PartName="/ppt/charts/style24.xml" ContentType="application/vnd.ms-office.chartstyle+xml"/>
  <Override PartName="/ppt/charts/colors24.xml" ContentType="application/vnd.ms-office.chartcolorstyle+xml"/>
  <Override PartName="/ppt/charts/chart25.xml" ContentType="application/vnd.openxmlformats-officedocument.drawingml.chart+xml"/>
  <Override PartName="/ppt/charts/style25.xml" ContentType="application/vnd.ms-office.chartstyle+xml"/>
  <Override PartName="/ppt/charts/colors25.xml" ContentType="application/vnd.ms-office.chartcolorstyle+xml"/>
  <Override PartName="/ppt/charts/chart26.xml" ContentType="application/vnd.openxmlformats-officedocument.drawingml.chart+xml"/>
  <Override PartName="/ppt/charts/style26.xml" ContentType="application/vnd.ms-office.chartstyle+xml"/>
  <Override PartName="/ppt/charts/colors26.xml" ContentType="application/vnd.ms-office.chartcolorstyle+xml"/>
  <Override PartName="/ppt/charts/chart27.xml" ContentType="application/vnd.openxmlformats-officedocument.drawingml.chart+xml"/>
  <Override PartName="/ppt/charts/style27.xml" ContentType="application/vnd.ms-office.chartstyle+xml"/>
  <Override PartName="/ppt/charts/colors27.xml" ContentType="application/vnd.ms-office.chartcolorstyle+xml"/>
  <Override PartName="/ppt/charts/chart28.xml" ContentType="application/vnd.openxmlformats-officedocument.drawingml.chart+xml"/>
  <Override PartName="/ppt/charts/style28.xml" ContentType="application/vnd.ms-office.chartstyle+xml"/>
  <Override PartName="/ppt/charts/colors28.xml" ContentType="application/vnd.ms-office.chartcolorstyle+xml"/>
  <Override PartName="/ppt/charts/chart29.xml" ContentType="application/vnd.openxmlformats-officedocument.drawingml.chart+xml"/>
  <Override PartName="/ppt/charts/style29.xml" ContentType="application/vnd.ms-office.chartstyle+xml"/>
  <Override PartName="/ppt/charts/colors29.xml" ContentType="application/vnd.ms-office.chartcolorstyle+xml"/>
  <Override PartName="/ppt/charts/chart30.xml" ContentType="application/vnd.openxmlformats-officedocument.drawingml.chart+xml"/>
  <Override PartName="/ppt/charts/style30.xml" ContentType="application/vnd.ms-office.chartstyle+xml"/>
  <Override PartName="/ppt/charts/colors30.xml" ContentType="application/vnd.ms-office.chartcolorstyle+xml"/>
  <Override PartName="/ppt/charts/chart31.xml" ContentType="application/vnd.openxmlformats-officedocument.drawingml.chart+xml"/>
  <Override PartName="/ppt/charts/style31.xml" ContentType="application/vnd.ms-office.chartstyle+xml"/>
  <Override PartName="/ppt/charts/colors31.xml" ContentType="application/vnd.ms-office.chartcolorstyle+xml"/>
  <Override PartName="/ppt/charts/chart32.xml" ContentType="application/vnd.openxmlformats-officedocument.drawingml.chart+xml"/>
  <Override PartName="/ppt/charts/style32.xml" ContentType="application/vnd.ms-office.chartstyle+xml"/>
  <Override PartName="/ppt/charts/colors32.xml" ContentType="application/vnd.ms-office.chartcolorstyle+xml"/>
  <Override PartName="/ppt/charts/chart33.xml" ContentType="application/vnd.openxmlformats-officedocument.drawingml.chart+xml"/>
  <Override PartName="/ppt/charts/style33.xml" ContentType="application/vnd.ms-office.chartstyle+xml"/>
  <Override PartName="/ppt/charts/colors33.xml" ContentType="application/vnd.ms-office.chartcolorstyle+xml"/>
  <Override PartName="/ppt/charts/chart34.xml" ContentType="application/vnd.openxmlformats-officedocument.drawingml.chart+xml"/>
  <Override PartName="/ppt/charts/style34.xml" ContentType="application/vnd.ms-office.chartstyle+xml"/>
  <Override PartName="/ppt/charts/colors34.xml" ContentType="application/vnd.ms-office.chartcolorstyle+xml"/>
  <Override PartName="/ppt/charts/chart35.xml" ContentType="application/vnd.openxmlformats-officedocument.drawingml.chart+xml"/>
  <Override PartName="/ppt/charts/style35.xml" ContentType="application/vnd.ms-office.chartstyle+xml"/>
  <Override PartName="/ppt/charts/colors35.xml" ContentType="application/vnd.ms-office.chartcolorstyle+xml"/>
  <Override PartName="/ppt/charts/chart36.xml" ContentType="application/vnd.openxmlformats-officedocument.drawingml.chart+xml"/>
  <Override PartName="/ppt/charts/style36.xml" ContentType="application/vnd.ms-office.chartstyle+xml"/>
  <Override PartName="/ppt/charts/colors36.xml" ContentType="application/vnd.ms-office.chartcolorstyle+xml"/>
  <Override PartName="/ppt/charts/chart37.xml" ContentType="application/vnd.openxmlformats-officedocument.drawingml.chart+xml"/>
  <Override PartName="/ppt/charts/style37.xml" ContentType="application/vnd.ms-office.chartstyle+xml"/>
  <Override PartName="/ppt/charts/colors37.xml" ContentType="application/vnd.ms-office.chartcolorstyle+xml"/>
  <Override PartName="/ppt/charts/chart38.xml" ContentType="application/vnd.openxmlformats-officedocument.drawingml.chart+xml"/>
  <Override PartName="/ppt/charts/style38.xml" ContentType="application/vnd.ms-office.chartstyle+xml"/>
  <Override PartName="/ppt/charts/colors38.xml" ContentType="application/vnd.ms-office.chartcolorstyle+xml"/>
  <Override PartName="/ppt/charts/chart39.xml" ContentType="application/vnd.openxmlformats-officedocument.drawingml.chart+xml"/>
  <Override PartName="/ppt/charts/style39.xml" ContentType="application/vnd.ms-office.chartstyle+xml"/>
  <Override PartName="/ppt/charts/colors39.xml" ContentType="application/vnd.ms-office.chartcolorstyle+xml"/>
  <Override PartName="/ppt/charts/chart40.xml" ContentType="application/vnd.openxmlformats-officedocument.drawingml.chart+xml"/>
  <Override PartName="/ppt/charts/style40.xml" ContentType="application/vnd.ms-office.chartstyle+xml"/>
  <Override PartName="/ppt/charts/colors40.xml" ContentType="application/vnd.ms-office.chartcolorstyle+xml"/>
  <Override PartName="/ppt/charts/chart41.xml" ContentType="application/vnd.openxmlformats-officedocument.drawingml.chart+xml"/>
  <Override PartName="/ppt/charts/style41.xml" ContentType="application/vnd.ms-office.chartstyle+xml"/>
  <Override PartName="/ppt/charts/colors41.xml" ContentType="application/vnd.ms-office.chartcolorstyle+xml"/>
  <Override PartName="/ppt/charts/chart42.xml" ContentType="application/vnd.openxmlformats-officedocument.drawingml.chart+xml"/>
  <Override PartName="/ppt/charts/style42.xml" ContentType="application/vnd.ms-office.chartstyle+xml"/>
  <Override PartName="/ppt/charts/colors42.xml" ContentType="application/vnd.ms-office.chartcolorstyle+xml"/>
  <Override PartName="/ppt/charts/chart43.xml" ContentType="application/vnd.openxmlformats-officedocument.drawingml.chart+xml"/>
  <Override PartName="/ppt/charts/style43.xml" ContentType="application/vnd.ms-office.chartstyle+xml"/>
  <Override PartName="/ppt/charts/colors43.xml" ContentType="application/vnd.ms-office.chartcolorstyle+xml"/>
  <Override PartName="/ppt/charts/chart44.xml" ContentType="application/vnd.openxmlformats-officedocument.drawingml.chart+xml"/>
  <Override PartName="/ppt/charts/style44.xml" ContentType="application/vnd.ms-office.chartstyle+xml"/>
  <Override PartName="/ppt/charts/colors44.xml" ContentType="application/vnd.ms-office.chartcolorstyle+xml"/>
  <Override PartName="/ppt/charts/chart45.xml" ContentType="application/vnd.openxmlformats-officedocument.drawingml.chart+xml"/>
  <Override PartName="/ppt/charts/style45.xml" ContentType="application/vnd.ms-office.chartstyle+xml"/>
  <Override PartName="/ppt/charts/colors45.xml" ContentType="application/vnd.ms-office.chartcolorstyle+xml"/>
  <Override PartName="/ppt/charts/chart46.xml" ContentType="application/vnd.openxmlformats-officedocument.drawingml.chart+xml"/>
  <Override PartName="/ppt/charts/style46.xml" ContentType="application/vnd.ms-office.chartstyle+xml"/>
  <Override PartName="/ppt/charts/colors46.xml" ContentType="application/vnd.ms-office.chartcolorstyle+xml"/>
  <Override PartName="/ppt/charts/chart47.xml" ContentType="application/vnd.openxmlformats-officedocument.drawingml.chart+xml"/>
  <Override PartName="/ppt/charts/style47.xml" ContentType="application/vnd.ms-office.chartstyle+xml"/>
  <Override PartName="/ppt/charts/colors47.xml" ContentType="application/vnd.ms-office.chartcolorstyle+xml"/>
  <Override PartName="/ppt/charts/chart48.xml" ContentType="application/vnd.openxmlformats-officedocument.drawingml.chart+xml"/>
  <Override PartName="/ppt/charts/style48.xml" ContentType="application/vnd.ms-office.chartstyle+xml"/>
  <Override PartName="/ppt/charts/colors48.xml" ContentType="application/vnd.ms-office.chartcolorstyle+xml"/>
  <Override PartName="/ppt/charts/chart49.xml" ContentType="application/vnd.openxmlformats-officedocument.drawingml.chart+xml"/>
  <Override PartName="/ppt/charts/style49.xml" ContentType="application/vnd.ms-office.chartstyle+xml"/>
  <Override PartName="/ppt/charts/colors49.xml" ContentType="application/vnd.ms-office.chartcolorstyle+xml"/>
  <Override PartName="/ppt/charts/chart50.xml" ContentType="application/vnd.openxmlformats-officedocument.drawingml.chart+xml"/>
  <Override PartName="/ppt/charts/style50.xml" ContentType="application/vnd.ms-office.chartstyle+xml"/>
  <Override PartName="/ppt/charts/colors50.xml" ContentType="application/vnd.ms-office.chartcolorstyle+xml"/>
  <Override PartName="/ppt/charts/chart51.xml" ContentType="application/vnd.openxmlformats-officedocument.drawingml.chart+xml"/>
  <Override PartName="/ppt/charts/style51.xml" ContentType="application/vnd.ms-office.chartstyle+xml"/>
  <Override PartName="/ppt/charts/colors51.xml" ContentType="application/vnd.ms-office.chartcolorstyle+xml"/>
  <Override PartName="/ppt/charts/chart52.xml" ContentType="application/vnd.openxmlformats-officedocument.drawingml.chart+xml"/>
  <Override PartName="/ppt/charts/style52.xml" ContentType="application/vnd.ms-office.chartstyle+xml"/>
  <Override PartName="/ppt/charts/colors52.xml" ContentType="application/vnd.ms-office.chartcolorstyle+xml"/>
  <Override PartName="/ppt/charts/chart53.xml" ContentType="application/vnd.openxmlformats-officedocument.drawingml.chart+xml"/>
  <Override PartName="/ppt/charts/style53.xml" ContentType="application/vnd.ms-office.chartstyle+xml"/>
  <Override PartName="/ppt/charts/colors53.xml" ContentType="application/vnd.ms-office.chartcolorstyle+xml"/>
  <Override PartName="/ppt/charts/chart54.xml" ContentType="application/vnd.openxmlformats-officedocument.drawingml.chart+xml"/>
  <Override PartName="/ppt/charts/style54.xml" ContentType="application/vnd.ms-office.chartstyle+xml"/>
  <Override PartName="/ppt/charts/colors54.xml" ContentType="application/vnd.ms-office.chartcolorstyle+xml"/>
  <Override PartName="/ppt/charts/chart55.xml" ContentType="application/vnd.openxmlformats-officedocument.drawingml.chart+xml"/>
  <Override PartName="/ppt/charts/style55.xml" ContentType="application/vnd.ms-office.chartstyle+xml"/>
  <Override PartName="/ppt/charts/colors55.xml" ContentType="application/vnd.ms-office.chartcolorstyle+xml"/>
  <Override PartName="/ppt/charts/chart56.xml" ContentType="application/vnd.openxmlformats-officedocument.drawingml.chart+xml"/>
  <Override PartName="/ppt/charts/style56.xml" ContentType="application/vnd.ms-office.chartstyle+xml"/>
  <Override PartName="/ppt/charts/colors56.xml" ContentType="application/vnd.ms-office.chartcolorstyle+xml"/>
  <Override PartName="/ppt/charts/chart57.xml" ContentType="application/vnd.openxmlformats-officedocument.drawingml.chart+xml"/>
  <Override PartName="/ppt/charts/style57.xml" ContentType="application/vnd.ms-office.chartstyle+xml"/>
  <Override PartName="/ppt/charts/colors57.xml" ContentType="application/vnd.ms-office.chartcolorstyle+xml"/>
  <Override PartName="/ppt/charts/chart58.xml" ContentType="application/vnd.openxmlformats-officedocument.drawingml.chart+xml"/>
  <Override PartName="/ppt/charts/style58.xml" ContentType="application/vnd.ms-office.chartstyle+xml"/>
  <Override PartName="/ppt/charts/colors58.xml" ContentType="application/vnd.ms-office.chartcolorstyle+xml"/>
  <Override PartName="/ppt/charts/chart59.xml" ContentType="application/vnd.openxmlformats-officedocument.drawingml.chart+xml"/>
  <Override PartName="/ppt/charts/style59.xml" ContentType="application/vnd.ms-office.chartstyle+xml"/>
  <Override PartName="/ppt/charts/colors59.xml" ContentType="application/vnd.ms-office.chartcolorstyle+xml"/>
  <Override PartName="/ppt/charts/chart60.xml" ContentType="application/vnd.openxmlformats-officedocument.drawingml.chart+xml"/>
  <Override PartName="/ppt/charts/style60.xml" ContentType="application/vnd.ms-office.chartstyle+xml"/>
  <Override PartName="/ppt/charts/colors60.xml" ContentType="application/vnd.ms-office.chartcolorstyle+xml"/>
  <Override PartName="/ppt/charts/chart61.xml" ContentType="application/vnd.openxmlformats-officedocument.drawingml.chart+xml"/>
  <Override PartName="/ppt/charts/style61.xml" ContentType="application/vnd.ms-office.chartstyle+xml"/>
  <Override PartName="/ppt/charts/colors61.xml" ContentType="application/vnd.ms-office.chartcolorstyle+xml"/>
  <Override PartName="/ppt/charts/chart62.xml" ContentType="application/vnd.openxmlformats-officedocument.drawingml.chart+xml"/>
  <Override PartName="/ppt/charts/style62.xml" ContentType="application/vnd.ms-office.chartstyle+xml"/>
  <Override PartName="/ppt/charts/colors62.xml" ContentType="application/vnd.ms-office.chartcolorstyle+xml"/>
  <Override PartName="/ppt/charts/chart63.xml" ContentType="application/vnd.openxmlformats-officedocument.drawingml.chart+xml"/>
  <Override PartName="/ppt/charts/style63.xml" ContentType="application/vnd.ms-office.chartstyle+xml"/>
  <Override PartName="/ppt/charts/colors63.xml" ContentType="application/vnd.ms-office.chartcolorstyle+xml"/>
  <Override PartName="/ppt/charts/chart64.xml" ContentType="application/vnd.openxmlformats-officedocument.drawingml.chart+xml"/>
  <Override PartName="/ppt/charts/style64.xml" ContentType="application/vnd.ms-office.chartstyle+xml"/>
  <Override PartName="/ppt/charts/colors64.xml" ContentType="application/vnd.ms-office.chartcolorstyle+xml"/>
  <Override PartName="/ppt/charts/chart65.xml" ContentType="application/vnd.openxmlformats-officedocument.drawingml.chart+xml"/>
  <Override PartName="/ppt/charts/style65.xml" ContentType="application/vnd.ms-office.chartstyle+xml"/>
  <Override PartName="/ppt/charts/colors65.xml" ContentType="application/vnd.ms-office.chartcolorstyle+xml"/>
  <Override PartName="/ppt/charts/chart66.xml" ContentType="application/vnd.openxmlformats-officedocument.drawingml.chart+xml"/>
  <Override PartName="/ppt/charts/style66.xml" ContentType="application/vnd.ms-office.chartstyle+xml"/>
  <Override PartName="/ppt/charts/colors66.xml" ContentType="application/vnd.ms-office.chartcolorstyle+xml"/>
  <Override PartName="/ppt/charts/chart67.xml" ContentType="application/vnd.openxmlformats-officedocument.drawingml.chart+xml"/>
  <Override PartName="/ppt/charts/style67.xml" ContentType="application/vnd.ms-office.chartstyle+xml"/>
  <Override PartName="/ppt/charts/colors67.xml" ContentType="application/vnd.ms-office.chartcolorstyle+xml"/>
  <Override PartName="/ppt/charts/chart68.xml" ContentType="application/vnd.openxmlformats-officedocument.drawingml.chart+xml"/>
  <Override PartName="/ppt/charts/style68.xml" ContentType="application/vnd.ms-office.chartstyle+xml"/>
  <Override PartName="/ppt/charts/colors68.xml" ContentType="application/vnd.ms-office.chartcolorstyle+xml"/>
  <Override PartName="/ppt/charts/chart69.xml" ContentType="application/vnd.openxmlformats-officedocument.drawingml.chart+xml"/>
  <Override PartName="/ppt/charts/style69.xml" ContentType="application/vnd.ms-office.chartstyle+xml"/>
  <Override PartName="/ppt/charts/colors69.xml" ContentType="application/vnd.ms-office.chartcolorstyle+xml"/>
  <Override PartName="/ppt/charts/chart70.xml" ContentType="application/vnd.openxmlformats-officedocument.drawingml.chart+xml"/>
  <Override PartName="/ppt/charts/style70.xml" ContentType="application/vnd.ms-office.chartstyle+xml"/>
  <Override PartName="/ppt/charts/colors70.xml" ContentType="application/vnd.ms-office.chartcolorstyle+xml"/>
  <Override PartName="/ppt/charts/chart71.xml" ContentType="application/vnd.openxmlformats-officedocument.drawingml.chart+xml"/>
  <Override PartName="/ppt/charts/style71.xml" ContentType="application/vnd.ms-office.chartstyle+xml"/>
  <Override PartName="/ppt/charts/colors71.xml" ContentType="application/vnd.ms-office.chartcolorstyle+xml"/>
  <Override PartName="/ppt/charts/chart72.xml" ContentType="application/vnd.openxmlformats-officedocument.drawingml.chart+xml"/>
  <Override PartName="/ppt/charts/style72.xml" ContentType="application/vnd.ms-office.chartstyle+xml"/>
  <Override PartName="/ppt/charts/colors72.xml" ContentType="application/vnd.ms-office.chartcolorstyle+xml"/>
  <Override PartName="/ppt/charts/chart73.xml" ContentType="application/vnd.openxmlformats-officedocument.drawingml.chart+xml"/>
  <Override PartName="/ppt/charts/style73.xml" ContentType="application/vnd.ms-office.chartstyle+xml"/>
  <Override PartName="/ppt/charts/colors73.xml" ContentType="application/vnd.ms-office.chartcolorstyle+xml"/>
  <Override PartName="/ppt/charts/chart74.xml" ContentType="application/vnd.openxmlformats-officedocument.drawingml.chart+xml"/>
  <Override PartName="/ppt/charts/style74.xml" ContentType="application/vnd.ms-office.chartstyle+xml"/>
  <Override PartName="/ppt/charts/colors74.xml" ContentType="application/vnd.ms-office.chartcolorstyle+xml"/>
  <Override PartName="/ppt/charts/chart75.xml" ContentType="application/vnd.openxmlformats-officedocument.drawingml.chart+xml"/>
  <Override PartName="/ppt/charts/style75.xml" ContentType="application/vnd.ms-office.chartstyle+xml"/>
  <Override PartName="/ppt/charts/colors75.xml" ContentType="application/vnd.ms-office.chartcolorstyle+xml"/>
  <Override PartName="/ppt/charts/chart76.xml" ContentType="application/vnd.openxmlformats-officedocument.drawingml.chart+xml"/>
  <Override PartName="/ppt/charts/style76.xml" ContentType="application/vnd.ms-office.chartstyle+xml"/>
  <Override PartName="/ppt/charts/colors76.xml" ContentType="application/vnd.ms-office.chartcolorstyle+xml"/>
  <Override PartName="/ppt/charts/chart77.xml" ContentType="application/vnd.openxmlformats-officedocument.drawingml.chart+xml"/>
  <Override PartName="/ppt/charts/style77.xml" ContentType="application/vnd.ms-office.chartstyle+xml"/>
  <Override PartName="/ppt/charts/colors77.xml" ContentType="application/vnd.ms-office.chartcolorstyle+xml"/>
  <Override PartName="/ppt/charts/chart78.xml" ContentType="application/vnd.openxmlformats-officedocument.drawingml.chart+xml"/>
  <Override PartName="/ppt/charts/style78.xml" ContentType="application/vnd.ms-office.chartstyle+xml"/>
  <Override PartName="/ppt/charts/colors78.xml" ContentType="application/vnd.ms-office.chartcolorstyle+xml"/>
  <Override PartName="/ppt/charts/chart79.xml" ContentType="application/vnd.openxmlformats-officedocument.drawingml.chart+xml"/>
  <Override PartName="/ppt/charts/style79.xml" ContentType="application/vnd.ms-office.chartstyle+xml"/>
  <Override PartName="/ppt/charts/colors79.xml" ContentType="application/vnd.ms-office.chartcolorstyle+xml"/>
  <Override PartName="/ppt/charts/chart80.xml" ContentType="application/vnd.openxmlformats-officedocument.drawingml.chart+xml"/>
  <Override PartName="/ppt/charts/style80.xml" ContentType="application/vnd.ms-office.chartstyle+xml"/>
  <Override PartName="/ppt/charts/colors80.xml" ContentType="application/vnd.ms-office.chartcolorstyle+xml"/>
  <Override PartName="/ppt/charts/chart81.xml" ContentType="application/vnd.openxmlformats-officedocument.drawingml.chart+xml"/>
  <Override PartName="/ppt/charts/style81.xml" ContentType="application/vnd.ms-office.chartstyle+xml"/>
  <Override PartName="/ppt/charts/colors81.xml" ContentType="application/vnd.ms-office.chartcolorstyle+xml"/>
  <Override PartName="/ppt/charts/chart82.xml" ContentType="application/vnd.openxmlformats-officedocument.drawingml.chart+xml"/>
  <Override PartName="/ppt/charts/style82.xml" ContentType="application/vnd.ms-office.chartstyle+xml"/>
  <Override PartName="/ppt/charts/colors82.xml" ContentType="application/vnd.ms-office.chartcolorstyle+xml"/>
  <Override PartName="/ppt/charts/chart83.xml" ContentType="application/vnd.openxmlformats-officedocument.drawingml.chart+xml"/>
  <Override PartName="/ppt/charts/style83.xml" ContentType="application/vnd.ms-office.chartstyle+xml"/>
  <Override PartName="/ppt/charts/colors83.xml" ContentType="application/vnd.ms-office.chartcolorstyle+xml"/>
  <Override PartName="/ppt/charts/chart84.xml" ContentType="application/vnd.openxmlformats-officedocument.drawingml.chart+xml"/>
  <Override PartName="/ppt/charts/style84.xml" ContentType="application/vnd.ms-office.chartstyle+xml"/>
  <Override PartName="/ppt/charts/colors84.xml" ContentType="application/vnd.ms-office.chartcolorstyl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</p:sldMasterIdLst>
  <p:sldIdLst>
    <p:sldId id="4166" r:id="rId2"/>
    <p:sldId id="4168" r:id="rId3"/>
    <p:sldId id="4169" r:id="rId4"/>
    <p:sldId id="4170" r:id="rId5"/>
    <p:sldId id="4171" r:id="rId6"/>
    <p:sldId id="4414" r:id="rId7"/>
    <p:sldId id="4415" r:id="rId8"/>
    <p:sldId id="4172" r:id="rId9"/>
    <p:sldId id="4274" r:id="rId10"/>
    <p:sldId id="4418" r:id="rId11"/>
    <p:sldId id="4419" r:id="rId12"/>
    <p:sldId id="4175" r:id="rId13"/>
    <p:sldId id="4420" r:id="rId14"/>
    <p:sldId id="4294" r:id="rId15"/>
    <p:sldId id="4277" r:id="rId16"/>
    <p:sldId id="4278" r:id="rId17"/>
    <p:sldId id="4279" r:id="rId18"/>
    <p:sldId id="4280" r:id="rId19"/>
    <p:sldId id="4281" r:id="rId20"/>
    <p:sldId id="4282" r:id="rId21"/>
    <p:sldId id="4283" r:id="rId22"/>
    <p:sldId id="4284" r:id="rId23"/>
    <p:sldId id="4285" r:id="rId24"/>
    <p:sldId id="4286" r:id="rId25"/>
    <p:sldId id="4287" r:id="rId26"/>
    <p:sldId id="4288" r:id="rId27"/>
    <p:sldId id="4334" r:id="rId28"/>
    <p:sldId id="4335" r:id="rId29"/>
    <p:sldId id="4336" r:id="rId30"/>
    <p:sldId id="4337" r:id="rId31"/>
    <p:sldId id="4338" r:id="rId32"/>
    <p:sldId id="4339" r:id="rId33"/>
    <p:sldId id="4340" r:id="rId34"/>
    <p:sldId id="4341" r:id="rId35"/>
    <p:sldId id="4342" r:id="rId36"/>
    <p:sldId id="4343" r:id="rId37"/>
    <p:sldId id="4344" r:id="rId38"/>
    <p:sldId id="4345" r:id="rId39"/>
    <p:sldId id="4346" r:id="rId40"/>
    <p:sldId id="4421" r:id="rId41"/>
    <p:sldId id="4422" r:id="rId42"/>
    <p:sldId id="4423" r:id="rId43"/>
    <p:sldId id="4190" r:id="rId44"/>
    <p:sldId id="4296" r:id="rId45"/>
    <p:sldId id="4191" r:id="rId46"/>
    <p:sldId id="4192" r:id="rId47"/>
    <p:sldId id="4301" r:id="rId48"/>
    <p:sldId id="4265" r:id="rId49"/>
    <p:sldId id="4315" r:id="rId50"/>
    <p:sldId id="4316" r:id="rId51"/>
    <p:sldId id="4314" r:id="rId52"/>
    <p:sldId id="4325" r:id="rId53"/>
    <p:sldId id="4317" r:id="rId54"/>
    <p:sldId id="4318" r:id="rId55"/>
    <p:sldId id="4319" r:id="rId56"/>
    <p:sldId id="4320" r:id="rId57"/>
    <p:sldId id="4326" r:id="rId58"/>
    <p:sldId id="4327" r:id="rId59"/>
    <p:sldId id="4322" r:id="rId60"/>
    <p:sldId id="4323" r:id="rId61"/>
    <p:sldId id="4324" r:id="rId62"/>
    <p:sldId id="4193" r:id="rId63"/>
    <p:sldId id="4298" r:id="rId64"/>
    <p:sldId id="4313" r:id="rId65"/>
    <p:sldId id="4196" r:id="rId66"/>
    <p:sldId id="4197" r:id="rId67"/>
    <p:sldId id="4194" r:id="rId68"/>
    <p:sldId id="4302" r:id="rId69"/>
    <p:sldId id="4198" r:id="rId70"/>
    <p:sldId id="4425" r:id="rId71"/>
    <p:sldId id="4424" r:id="rId72"/>
    <p:sldId id="4303" r:id="rId73"/>
    <p:sldId id="4200" r:id="rId74"/>
    <p:sldId id="4305" r:id="rId75"/>
    <p:sldId id="4312" r:id="rId76"/>
    <p:sldId id="4291" r:id="rId77"/>
    <p:sldId id="4289" r:id="rId78"/>
    <p:sldId id="4292" r:id="rId79"/>
    <p:sldId id="4293" r:id="rId80"/>
    <p:sldId id="4348" r:id="rId81"/>
    <p:sldId id="4349" r:id="rId82"/>
    <p:sldId id="4350" r:id="rId83"/>
    <p:sldId id="4351" r:id="rId84"/>
    <p:sldId id="4352" r:id="rId85"/>
    <p:sldId id="4307" r:id="rId86"/>
    <p:sldId id="4310" r:id="rId87"/>
    <p:sldId id="4427" r:id="rId88"/>
    <p:sldId id="4426" r:id="rId89"/>
    <p:sldId id="4311" r:id="rId90"/>
    <p:sldId id="4308" r:id="rId91"/>
    <p:sldId id="4309" r:id="rId92"/>
    <p:sldId id="4428" r:id="rId93"/>
    <p:sldId id="4429" r:id="rId94"/>
    <p:sldId id="4451" r:id="rId95"/>
    <p:sldId id="4392" r:id="rId96"/>
    <p:sldId id="4393" r:id="rId97"/>
    <p:sldId id="4394" r:id="rId98"/>
    <p:sldId id="4395" r:id="rId99"/>
    <p:sldId id="4396" r:id="rId100"/>
    <p:sldId id="4397" r:id="rId101"/>
    <p:sldId id="4398" r:id="rId102"/>
    <p:sldId id="4399" r:id="rId103"/>
    <p:sldId id="4413" r:id="rId104"/>
    <p:sldId id="4400" r:id="rId105"/>
    <p:sldId id="4401" r:id="rId106"/>
    <p:sldId id="4402" r:id="rId107"/>
    <p:sldId id="4403" r:id="rId108"/>
    <p:sldId id="4404" r:id="rId109"/>
    <p:sldId id="4405" r:id="rId110"/>
    <p:sldId id="4406" r:id="rId111"/>
    <p:sldId id="4407" r:id="rId112"/>
    <p:sldId id="4408" r:id="rId113"/>
    <p:sldId id="4409" r:id="rId114"/>
    <p:sldId id="4410" r:id="rId115"/>
    <p:sldId id="4416" r:id="rId116"/>
    <p:sldId id="4430" r:id="rId117"/>
    <p:sldId id="4431" r:id="rId118"/>
    <p:sldId id="4432" r:id="rId119"/>
    <p:sldId id="4433" r:id="rId120"/>
    <p:sldId id="4434" r:id="rId121"/>
    <p:sldId id="4435" r:id="rId122"/>
    <p:sldId id="4436" r:id="rId123"/>
    <p:sldId id="4437" r:id="rId124"/>
    <p:sldId id="4438" r:id="rId125"/>
    <p:sldId id="4439" r:id="rId126"/>
    <p:sldId id="4440" r:id="rId127"/>
    <p:sldId id="4441" r:id="rId128"/>
    <p:sldId id="4442" r:id="rId129"/>
    <p:sldId id="4443" r:id="rId130"/>
    <p:sldId id="4444" r:id="rId131"/>
    <p:sldId id="4445" r:id="rId132"/>
    <p:sldId id="4446" r:id="rId133"/>
    <p:sldId id="4447" r:id="rId134"/>
    <p:sldId id="4448" r:id="rId135"/>
    <p:sldId id="4449" r:id="rId136"/>
    <p:sldId id="4450" r:id="rId137"/>
    <p:sldId id="4452" r:id="rId138"/>
    <p:sldId id="4453" r:id="rId139"/>
    <p:sldId id="4454" r:id="rId140"/>
    <p:sldId id="4455" r:id="rId141"/>
    <p:sldId id="4456" r:id="rId142"/>
    <p:sldId id="4457" r:id="rId143"/>
    <p:sldId id="4458" r:id="rId144"/>
    <p:sldId id="4459" r:id="rId145"/>
    <p:sldId id="4460" r:id="rId146"/>
    <p:sldId id="4461" r:id="rId147"/>
    <p:sldId id="4462" r:id="rId148"/>
    <p:sldId id="4463" r:id="rId149"/>
    <p:sldId id="4464" r:id="rId150"/>
    <p:sldId id="4465" r:id="rId151"/>
    <p:sldId id="4466" r:id="rId152"/>
    <p:sldId id="4467" r:id="rId153"/>
    <p:sldId id="4468" r:id="rId154"/>
    <p:sldId id="4469" r:id="rId155"/>
    <p:sldId id="4470" r:id="rId156"/>
    <p:sldId id="4471" r:id="rId157"/>
    <p:sldId id="4472" r:id="rId158"/>
    <p:sldId id="4473" r:id="rId159"/>
    <p:sldId id="4474" r:id="rId160"/>
    <p:sldId id="4475" r:id="rId161"/>
    <p:sldId id="4476" r:id="rId162"/>
    <p:sldId id="4477" r:id="rId163"/>
    <p:sldId id="4478" r:id="rId164"/>
    <p:sldId id="4479" r:id="rId165"/>
    <p:sldId id="4480" r:id="rId166"/>
    <p:sldId id="4481" r:id="rId167"/>
    <p:sldId id="4482" r:id="rId168"/>
    <p:sldId id="4483" r:id="rId169"/>
    <p:sldId id="4484" r:id="rId170"/>
    <p:sldId id="4486" r:id="rId171"/>
    <p:sldId id="4487" r:id="rId172"/>
    <p:sldId id="4488" r:id="rId173"/>
    <p:sldId id="4489" r:id="rId174"/>
    <p:sldId id="4490" r:id="rId175"/>
    <p:sldId id="4491" r:id="rId176"/>
    <p:sldId id="4492" r:id="rId177"/>
    <p:sldId id="4493" r:id="rId178"/>
    <p:sldId id="4494" r:id="rId179"/>
    <p:sldId id="4495" r:id="rId180"/>
    <p:sldId id="4496" r:id="rId181"/>
    <p:sldId id="4497" r:id="rId182"/>
    <p:sldId id="4485" r:id="rId183"/>
    <p:sldId id="4273" r:id="rId184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795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suresh thangaiyan" initials="st" lastIdx="1" clrIdx="0">
    <p:extLst>
      <p:ext uri="{19B8F6BF-5375-455C-9EA6-DF929625EA0E}">
        <p15:presenceInfo xmlns:p15="http://schemas.microsoft.com/office/powerpoint/2012/main" userId="9eefb4925e47dd48" providerId="Windows Live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7C80"/>
    <a:srgbClr val="FF0000"/>
    <a:srgbClr val="70AD47"/>
    <a:srgbClr val="FFF2CC"/>
    <a:srgbClr val="E2F0D9"/>
    <a:srgbClr val="D9D9D9"/>
    <a:srgbClr val="00B0F0"/>
    <a:srgbClr val="FFC000"/>
    <a:srgbClr val="FFFFFF"/>
    <a:srgbClr val="A9D08E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BC46194C-ECA6-4600-94FE-118FEE72B5A6}" v="119" dt="2025-11-05T11:17:37.530"/>
  </p1510:revLst>
</p1510:revInfo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93296810-A885-4BE3-A3E7-6D5BEEA58F35}" styleName="Medium Style 2 - Accent 6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6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6"/>
          </a:solidFill>
        </a:fill>
      </a:tcStyle>
    </a:firstRow>
  </a:tblStyle>
  <a:tblStyle styleId="{EB344D84-9AFB-497E-A393-DC336BA19D2E}" styleName="Medium Style 3 - Accent 3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accent3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4995" autoAdjust="0"/>
    <p:restoredTop sz="96374" autoAdjust="0"/>
  </p:normalViewPr>
  <p:slideViewPr>
    <p:cSldViewPr snapToGrid="0" showGuides="1">
      <p:cViewPr varScale="1">
        <p:scale>
          <a:sx n="60" d="100"/>
          <a:sy n="60" d="100"/>
        </p:scale>
        <p:origin x="840" y="48"/>
      </p:cViewPr>
      <p:guideLst>
        <p:guide orient="horz" pos="2795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63" Type="http://schemas.openxmlformats.org/officeDocument/2006/relationships/slide" Target="slides/slide62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159" Type="http://schemas.openxmlformats.org/officeDocument/2006/relationships/slide" Target="slides/slide158.xml"/><Relationship Id="rId170" Type="http://schemas.openxmlformats.org/officeDocument/2006/relationships/slide" Target="slides/slide169.xml"/><Relationship Id="rId191" Type="http://schemas.microsoft.com/office/2015/10/relationships/revisionInfo" Target="revisionInfo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53" Type="http://schemas.openxmlformats.org/officeDocument/2006/relationships/slide" Target="slides/slide52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149" Type="http://schemas.openxmlformats.org/officeDocument/2006/relationships/slide" Target="slides/slide148.xml"/><Relationship Id="rId5" Type="http://schemas.openxmlformats.org/officeDocument/2006/relationships/slide" Target="slides/slide4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181" Type="http://schemas.openxmlformats.org/officeDocument/2006/relationships/slide" Target="slides/slide180.xml"/><Relationship Id="rId22" Type="http://schemas.openxmlformats.org/officeDocument/2006/relationships/slide" Target="slides/slide21.xml"/><Relationship Id="rId43" Type="http://schemas.openxmlformats.org/officeDocument/2006/relationships/slide" Target="slides/slide42.xml"/><Relationship Id="rId64" Type="http://schemas.openxmlformats.org/officeDocument/2006/relationships/slide" Target="slides/slide63.xml"/><Relationship Id="rId118" Type="http://schemas.openxmlformats.org/officeDocument/2006/relationships/slide" Target="slides/slide117.xml"/><Relationship Id="rId139" Type="http://schemas.openxmlformats.org/officeDocument/2006/relationships/slide" Target="slides/slide138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71" Type="http://schemas.openxmlformats.org/officeDocument/2006/relationships/slide" Target="slides/slide170.xml"/><Relationship Id="rId12" Type="http://schemas.openxmlformats.org/officeDocument/2006/relationships/slide" Target="slides/slide11.xml"/><Relationship Id="rId33" Type="http://schemas.openxmlformats.org/officeDocument/2006/relationships/slide" Target="slides/slide32.xml"/><Relationship Id="rId108" Type="http://schemas.openxmlformats.org/officeDocument/2006/relationships/slide" Target="slides/slide107.xml"/><Relationship Id="rId129" Type="http://schemas.openxmlformats.org/officeDocument/2006/relationships/slide" Target="slides/slide128.xml"/><Relationship Id="rId54" Type="http://schemas.openxmlformats.org/officeDocument/2006/relationships/slide" Target="slides/slide53.xml"/><Relationship Id="rId75" Type="http://schemas.openxmlformats.org/officeDocument/2006/relationships/slide" Target="slides/slide74.xml"/><Relationship Id="rId96" Type="http://schemas.openxmlformats.org/officeDocument/2006/relationships/slide" Target="slides/slide95.xml"/><Relationship Id="rId140" Type="http://schemas.openxmlformats.org/officeDocument/2006/relationships/slide" Target="slides/slide139.xml"/><Relationship Id="rId161" Type="http://schemas.openxmlformats.org/officeDocument/2006/relationships/slide" Target="slides/slide160.xml"/><Relationship Id="rId182" Type="http://schemas.openxmlformats.org/officeDocument/2006/relationships/slide" Target="slides/slide181.xml"/><Relationship Id="rId6" Type="http://schemas.openxmlformats.org/officeDocument/2006/relationships/slide" Target="slides/slide5.xml"/><Relationship Id="rId23" Type="http://schemas.openxmlformats.org/officeDocument/2006/relationships/slide" Target="slides/slide22.xml"/><Relationship Id="rId119" Type="http://schemas.openxmlformats.org/officeDocument/2006/relationships/slide" Target="slides/slide118.xml"/><Relationship Id="rId44" Type="http://schemas.openxmlformats.org/officeDocument/2006/relationships/slide" Target="slides/slide43.xml"/><Relationship Id="rId65" Type="http://schemas.openxmlformats.org/officeDocument/2006/relationships/slide" Target="slides/slide64.xml"/><Relationship Id="rId86" Type="http://schemas.openxmlformats.org/officeDocument/2006/relationships/slide" Target="slides/slide85.xml"/><Relationship Id="rId130" Type="http://schemas.openxmlformats.org/officeDocument/2006/relationships/slide" Target="slides/slide129.xml"/><Relationship Id="rId151" Type="http://schemas.openxmlformats.org/officeDocument/2006/relationships/slide" Target="slides/slide150.xml"/><Relationship Id="rId172" Type="http://schemas.openxmlformats.org/officeDocument/2006/relationships/slide" Target="slides/slide171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120" Type="http://schemas.openxmlformats.org/officeDocument/2006/relationships/slide" Target="slides/slide119.xml"/><Relationship Id="rId125" Type="http://schemas.openxmlformats.org/officeDocument/2006/relationships/slide" Target="slides/slide124.xml"/><Relationship Id="rId141" Type="http://schemas.openxmlformats.org/officeDocument/2006/relationships/slide" Target="slides/slide140.xml"/><Relationship Id="rId146" Type="http://schemas.openxmlformats.org/officeDocument/2006/relationships/slide" Target="slides/slide145.xml"/><Relationship Id="rId167" Type="http://schemas.openxmlformats.org/officeDocument/2006/relationships/slide" Target="slides/slide166.xml"/><Relationship Id="rId188" Type="http://schemas.openxmlformats.org/officeDocument/2006/relationships/theme" Target="theme/theme1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162" Type="http://schemas.openxmlformats.org/officeDocument/2006/relationships/slide" Target="slides/slide161.xml"/><Relationship Id="rId183" Type="http://schemas.openxmlformats.org/officeDocument/2006/relationships/slide" Target="slides/slide182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slide" Target="slides/slide114.xml"/><Relationship Id="rId131" Type="http://schemas.openxmlformats.org/officeDocument/2006/relationships/slide" Target="slides/slide130.xml"/><Relationship Id="rId136" Type="http://schemas.openxmlformats.org/officeDocument/2006/relationships/slide" Target="slides/slide135.xml"/><Relationship Id="rId157" Type="http://schemas.openxmlformats.org/officeDocument/2006/relationships/slide" Target="slides/slide156.xml"/><Relationship Id="rId178" Type="http://schemas.openxmlformats.org/officeDocument/2006/relationships/slide" Target="slides/slide177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52" Type="http://schemas.openxmlformats.org/officeDocument/2006/relationships/slide" Target="slides/slide151.xml"/><Relationship Id="rId173" Type="http://schemas.openxmlformats.org/officeDocument/2006/relationships/slide" Target="slides/slide172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168" Type="http://schemas.openxmlformats.org/officeDocument/2006/relationships/slide" Target="slides/slide167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slide" Target="slides/slide141.xml"/><Relationship Id="rId163" Type="http://schemas.openxmlformats.org/officeDocument/2006/relationships/slide" Target="slides/slide162.xml"/><Relationship Id="rId184" Type="http://schemas.openxmlformats.org/officeDocument/2006/relationships/slide" Target="slides/slide183.xml"/><Relationship Id="rId189" Type="http://schemas.openxmlformats.org/officeDocument/2006/relationships/tableStyles" Target="tableStyles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slide" Target="slides/slide157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3" Type="http://schemas.openxmlformats.org/officeDocument/2006/relationships/slide" Target="slides/slide152.xml"/><Relationship Id="rId174" Type="http://schemas.openxmlformats.org/officeDocument/2006/relationships/slide" Target="slides/slide173.xml"/><Relationship Id="rId179" Type="http://schemas.openxmlformats.org/officeDocument/2006/relationships/slide" Target="slides/slide178.xml"/><Relationship Id="rId190" Type="http://schemas.microsoft.com/office/2016/11/relationships/changesInfo" Target="changesInfos/changesInfo1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slide" Target="slides/slide142.xml"/><Relationship Id="rId148" Type="http://schemas.openxmlformats.org/officeDocument/2006/relationships/slide" Target="slides/slide147.xml"/><Relationship Id="rId164" Type="http://schemas.openxmlformats.org/officeDocument/2006/relationships/slide" Target="slides/slide163.xml"/><Relationship Id="rId169" Type="http://schemas.openxmlformats.org/officeDocument/2006/relationships/slide" Target="slides/slide168.xml"/><Relationship Id="rId185" Type="http://schemas.openxmlformats.org/officeDocument/2006/relationships/commentAuthors" Target="commentAuthor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80" Type="http://schemas.openxmlformats.org/officeDocument/2006/relationships/slide" Target="slides/slide179.xml"/><Relationship Id="rId26" Type="http://schemas.openxmlformats.org/officeDocument/2006/relationships/slide" Target="slides/slide25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54" Type="http://schemas.openxmlformats.org/officeDocument/2006/relationships/slide" Target="slides/slide153.xml"/><Relationship Id="rId175" Type="http://schemas.openxmlformats.org/officeDocument/2006/relationships/slide" Target="slides/slide174.xml"/><Relationship Id="rId16" Type="http://schemas.openxmlformats.org/officeDocument/2006/relationships/slide" Target="slides/slide15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slide" Target="slides/slide143.xml"/><Relationship Id="rId90" Type="http://schemas.openxmlformats.org/officeDocument/2006/relationships/slide" Target="slides/slide89.xml"/><Relationship Id="rId165" Type="http://schemas.openxmlformats.org/officeDocument/2006/relationships/slide" Target="slides/slide164.xml"/><Relationship Id="rId186" Type="http://schemas.openxmlformats.org/officeDocument/2006/relationships/presProps" Target="presProps.xml"/><Relationship Id="rId27" Type="http://schemas.openxmlformats.org/officeDocument/2006/relationships/slide" Target="slides/slide26.xml"/><Relationship Id="rId48" Type="http://schemas.openxmlformats.org/officeDocument/2006/relationships/slide" Target="slides/slide47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34" Type="http://schemas.openxmlformats.org/officeDocument/2006/relationships/slide" Target="slides/slide133.xml"/><Relationship Id="rId80" Type="http://schemas.openxmlformats.org/officeDocument/2006/relationships/slide" Target="slides/slide79.xml"/><Relationship Id="rId155" Type="http://schemas.openxmlformats.org/officeDocument/2006/relationships/slide" Target="slides/slide154.xml"/><Relationship Id="rId176" Type="http://schemas.openxmlformats.org/officeDocument/2006/relationships/slide" Target="slides/slide175.xml"/><Relationship Id="rId17" Type="http://schemas.openxmlformats.org/officeDocument/2006/relationships/slide" Target="slides/slide16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24" Type="http://schemas.openxmlformats.org/officeDocument/2006/relationships/slide" Target="slides/slide123.xml"/><Relationship Id="rId70" Type="http://schemas.openxmlformats.org/officeDocument/2006/relationships/slide" Target="slides/slide69.xml"/><Relationship Id="rId91" Type="http://schemas.openxmlformats.org/officeDocument/2006/relationships/slide" Target="slides/slide90.xml"/><Relationship Id="rId145" Type="http://schemas.openxmlformats.org/officeDocument/2006/relationships/slide" Target="slides/slide144.xml"/><Relationship Id="rId166" Type="http://schemas.openxmlformats.org/officeDocument/2006/relationships/slide" Target="slides/slide165.xml"/><Relationship Id="rId187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60" Type="http://schemas.openxmlformats.org/officeDocument/2006/relationships/slide" Target="slides/slide59.xml"/><Relationship Id="rId81" Type="http://schemas.openxmlformats.org/officeDocument/2006/relationships/slide" Target="slides/slide80.xml"/><Relationship Id="rId135" Type="http://schemas.openxmlformats.org/officeDocument/2006/relationships/slide" Target="slides/slide134.xml"/><Relationship Id="rId156" Type="http://schemas.openxmlformats.org/officeDocument/2006/relationships/slide" Target="slides/slide155.xml"/><Relationship Id="rId177" Type="http://schemas.openxmlformats.org/officeDocument/2006/relationships/slide" Target="slides/slide176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Milan Sharma" userId="9f66ed0f-8929-458f-b319-3ddc3b792794" providerId="ADAL" clId="{3FB79AAE-34C4-4933-96FB-BAC0A42B960A}"/>
    <pc:docChg chg="undo custSel addSld delSld modSld sldOrd">
      <pc:chgData name="Milan Sharma" userId="9f66ed0f-8929-458f-b319-3ddc3b792794" providerId="ADAL" clId="{3FB79AAE-34C4-4933-96FB-BAC0A42B960A}" dt="2025-11-05T11:20:45.397" v="1821" actId="12789"/>
      <pc:docMkLst>
        <pc:docMk/>
      </pc:docMkLst>
      <pc:sldChg chg="modSp mod">
        <pc:chgData name="Milan Sharma" userId="9f66ed0f-8929-458f-b319-3ddc3b792794" providerId="ADAL" clId="{3FB79AAE-34C4-4933-96FB-BAC0A42B960A}" dt="2025-11-05T10:23:42.306" v="1474" actId="6549"/>
        <pc:sldMkLst>
          <pc:docMk/>
          <pc:sldMk cId="1932111771" sldId="4166"/>
        </pc:sldMkLst>
        <pc:spChg chg="mod">
          <ac:chgData name="Milan Sharma" userId="9f66ed0f-8929-458f-b319-3ddc3b792794" providerId="ADAL" clId="{3FB79AAE-34C4-4933-96FB-BAC0A42B960A}" dt="2025-11-05T10:23:42.306" v="1474" actId="6549"/>
          <ac:spMkLst>
            <pc:docMk/>
            <pc:sldMk cId="1932111771" sldId="4166"/>
            <ac:spMk id="5" creationId="{01E19F14-BC59-249E-1E8F-1AD2E5D8249A}"/>
          </ac:spMkLst>
        </pc:spChg>
      </pc:sldChg>
      <pc:sldChg chg="modSp mod">
        <pc:chgData name="Milan Sharma" userId="9f66ed0f-8929-458f-b319-3ddc3b792794" providerId="ADAL" clId="{3FB79AAE-34C4-4933-96FB-BAC0A42B960A}" dt="2025-11-05T11:20:45.397" v="1821" actId="12789"/>
        <pc:sldMkLst>
          <pc:docMk/>
          <pc:sldMk cId="870967064" sldId="4169"/>
        </pc:sldMkLst>
        <pc:graphicFrameChg chg="mod modGraphic">
          <ac:chgData name="Milan Sharma" userId="9f66ed0f-8929-458f-b319-3ddc3b792794" providerId="ADAL" clId="{3FB79AAE-34C4-4933-96FB-BAC0A42B960A}" dt="2025-11-05T11:20:45.397" v="1821" actId="12789"/>
          <ac:graphicFrameMkLst>
            <pc:docMk/>
            <pc:sldMk cId="870967064" sldId="4169"/>
            <ac:graphicFrameMk id="5" creationId="{57D39DC1-ECB4-B602-8424-EB92DE569835}"/>
          </ac:graphicFrameMkLst>
        </pc:graphicFrameChg>
      </pc:sldChg>
      <pc:sldChg chg="modSp mod">
        <pc:chgData name="Milan Sharma" userId="9f66ed0f-8929-458f-b319-3ddc3b792794" providerId="ADAL" clId="{3FB79AAE-34C4-4933-96FB-BAC0A42B960A}" dt="2025-11-05T09:04:26.357" v="11" actId="1076"/>
        <pc:sldMkLst>
          <pc:docMk/>
          <pc:sldMk cId="3834849302" sldId="4171"/>
        </pc:sldMkLst>
        <pc:spChg chg="mod">
          <ac:chgData name="Milan Sharma" userId="9f66ed0f-8929-458f-b319-3ddc3b792794" providerId="ADAL" clId="{3FB79AAE-34C4-4933-96FB-BAC0A42B960A}" dt="2025-11-05T09:04:26.357" v="11" actId="1076"/>
          <ac:spMkLst>
            <pc:docMk/>
            <pc:sldMk cId="3834849302" sldId="4171"/>
            <ac:spMk id="2" creationId="{89224CE6-05C0-3842-ECE3-8C94B8620F13}"/>
          </ac:spMkLst>
        </pc:spChg>
        <pc:graphicFrameChg chg="modGraphic">
          <ac:chgData name="Milan Sharma" userId="9f66ed0f-8929-458f-b319-3ddc3b792794" providerId="ADAL" clId="{3FB79AAE-34C4-4933-96FB-BAC0A42B960A}" dt="2025-11-05T09:04:11.073" v="8" actId="120"/>
          <ac:graphicFrameMkLst>
            <pc:docMk/>
            <pc:sldMk cId="3834849302" sldId="4171"/>
            <ac:graphicFrameMk id="5" creationId="{81FA25F1-15DE-50C6-D140-8495D3E466BE}"/>
          </ac:graphicFrameMkLst>
        </pc:graphicFrameChg>
      </pc:sldChg>
      <pc:sldChg chg="addSp delSp modSp mod ord">
        <pc:chgData name="Milan Sharma" userId="9f66ed0f-8929-458f-b319-3ddc3b792794" providerId="ADAL" clId="{3FB79AAE-34C4-4933-96FB-BAC0A42B960A}" dt="2025-11-05T09:16:09.706" v="202" actId="20577"/>
        <pc:sldMkLst>
          <pc:docMk/>
          <pc:sldMk cId="2193924542" sldId="4175"/>
        </pc:sldMkLst>
        <pc:spChg chg="mod">
          <ac:chgData name="Milan Sharma" userId="9f66ed0f-8929-458f-b319-3ddc3b792794" providerId="ADAL" clId="{3FB79AAE-34C4-4933-96FB-BAC0A42B960A}" dt="2025-11-05T09:16:09.706" v="202" actId="20577"/>
          <ac:spMkLst>
            <pc:docMk/>
            <pc:sldMk cId="2193924542" sldId="4175"/>
            <ac:spMk id="5" creationId="{0C3C77C8-AB1D-607E-C70B-679EB3AC043F}"/>
          </ac:spMkLst>
        </pc:spChg>
        <pc:graphicFrameChg chg="del mod">
          <ac:chgData name="Milan Sharma" userId="9f66ed0f-8929-458f-b319-3ddc3b792794" providerId="ADAL" clId="{3FB79AAE-34C4-4933-96FB-BAC0A42B960A}" dt="2025-11-05T09:13:16.109" v="163" actId="478"/>
          <ac:graphicFrameMkLst>
            <pc:docMk/>
            <pc:sldMk cId="2193924542" sldId="4175"/>
            <ac:graphicFrameMk id="2" creationId="{DAD07B04-7CAC-29B3-C2D2-F9C678D153D7}"/>
          </ac:graphicFrameMkLst>
        </pc:graphicFrameChg>
        <pc:graphicFrameChg chg="mod modGraphic">
          <ac:chgData name="Milan Sharma" userId="9f66ed0f-8929-458f-b319-3ddc3b792794" providerId="ADAL" clId="{3FB79AAE-34C4-4933-96FB-BAC0A42B960A}" dt="2025-11-05T09:13:42.365" v="188" actId="20577"/>
          <ac:graphicFrameMkLst>
            <pc:docMk/>
            <pc:sldMk cId="2193924542" sldId="4175"/>
            <ac:graphicFrameMk id="7" creationId="{D603CA61-9B27-2777-EC90-7386835CB5EC}"/>
          </ac:graphicFrameMkLst>
        </pc:graphicFrameChg>
        <pc:graphicFrameChg chg="add mod modGraphic">
          <ac:chgData name="Milan Sharma" userId="9f66ed0f-8929-458f-b319-3ddc3b792794" providerId="ADAL" clId="{3FB79AAE-34C4-4933-96FB-BAC0A42B960A}" dt="2025-11-05T09:13:35.064" v="175" actId="20577"/>
          <ac:graphicFrameMkLst>
            <pc:docMk/>
            <pc:sldMk cId="2193924542" sldId="4175"/>
            <ac:graphicFrameMk id="8" creationId="{B7C7DCD2-5556-EE51-04C1-175EB688AF1C}"/>
          </ac:graphicFrameMkLst>
        </pc:graphicFrameChg>
      </pc:sldChg>
      <pc:sldChg chg="modSp mod">
        <pc:chgData name="Milan Sharma" userId="9f66ed0f-8929-458f-b319-3ddc3b792794" providerId="ADAL" clId="{3FB79AAE-34C4-4933-96FB-BAC0A42B960A}" dt="2025-11-05T09:50:01.611" v="450" actId="20577"/>
        <pc:sldMkLst>
          <pc:docMk/>
          <pc:sldMk cId="157556160" sldId="4194"/>
        </pc:sldMkLst>
        <pc:spChg chg="mod">
          <ac:chgData name="Milan Sharma" userId="9f66ed0f-8929-458f-b319-3ddc3b792794" providerId="ADAL" clId="{3FB79AAE-34C4-4933-96FB-BAC0A42B960A}" dt="2025-11-05T09:50:01.611" v="450" actId="20577"/>
          <ac:spMkLst>
            <pc:docMk/>
            <pc:sldMk cId="157556160" sldId="4194"/>
            <ac:spMk id="8" creationId="{ED6C86D6-2A5B-5594-6763-E8E9B25A9F3C}"/>
          </ac:spMkLst>
        </pc:spChg>
      </pc:sldChg>
      <pc:sldChg chg="del">
        <pc:chgData name="Milan Sharma" userId="9f66ed0f-8929-458f-b319-3ddc3b792794" providerId="ADAL" clId="{3FB79AAE-34C4-4933-96FB-BAC0A42B960A}" dt="2025-11-05T09:41:56.371" v="445" actId="2696"/>
        <pc:sldMkLst>
          <pc:docMk/>
          <pc:sldMk cId="2413187984" sldId="4196"/>
        </pc:sldMkLst>
      </pc:sldChg>
      <pc:sldChg chg="modSp add mod">
        <pc:chgData name="Milan Sharma" userId="9f66ed0f-8929-458f-b319-3ddc3b792794" providerId="ADAL" clId="{3FB79AAE-34C4-4933-96FB-BAC0A42B960A}" dt="2025-11-05T09:49:58.902" v="448" actId="20577"/>
        <pc:sldMkLst>
          <pc:docMk/>
          <pc:sldMk cId="3371785490" sldId="4196"/>
        </pc:sldMkLst>
        <pc:spChg chg="mod">
          <ac:chgData name="Milan Sharma" userId="9f66ed0f-8929-458f-b319-3ddc3b792794" providerId="ADAL" clId="{3FB79AAE-34C4-4933-96FB-BAC0A42B960A}" dt="2025-11-05T09:49:58.902" v="448" actId="20577"/>
          <ac:spMkLst>
            <pc:docMk/>
            <pc:sldMk cId="3371785490" sldId="4196"/>
            <ac:spMk id="8" creationId="{A8413E0D-887D-FC35-16AB-E48F4C54B0F3}"/>
          </ac:spMkLst>
        </pc:spChg>
      </pc:sldChg>
      <pc:sldChg chg="add">
        <pc:chgData name="Milan Sharma" userId="9f66ed0f-8929-458f-b319-3ddc3b792794" providerId="ADAL" clId="{3FB79AAE-34C4-4933-96FB-BAC0A42B960A}" dt="2025-11-05T09:41:58.636" v="446"/>
        <pc:sldMkLst>
          <pc:docMk/>
          <pc:sldMk cId="2094328066" sldId="4197"/>
        </pc:sldMkLst>
      </pc:sldChg>
      <pc:sldChg chg="del">
        <pc:chgData name="Milan Sharma" userId="9f66ed0f-8929-458f-b319-3ddc3b792794" providerId="ADAL" clId="{3FB79AAE-34C4-4933-96FB-BAC0A42B960A}" dt="2025-11-05T09:41:56.371" v="445" actId="2696"/>
        <pc:sldMkLst>
          <pc:docMk/>
          <pc:sldMk cId="3244754490" sldId="4197"/>
        </pc:sldMkLst>
      </pc:sldChg>
      <pc:sldChg chg="modSp mod">
        <pc:chgData name="Milan Sharma" userId="9f66ed0f-8929-458f-b319-3ddc3b792794" providerId="ADAL" clId="{3FB79AAE-34C4-4933-96FB-BAC0A42B960A}" dt="2025-11-05T09:50:44.321" v="464" actId="20577"/>
        <pc:sldMkLst>
          <pc:docMk/>
          <pc:sldMk cId="588485718" sldId="4198"/>
        </pc:sldMkLst>
        <pc:spChg chg="mod">
          <ac:chgData name="Milan Sharma" userId="9f66ed0f-8929-458f-b319-3ddc3b792794" providerId="ADAL" clId="{3FB79AAE-34C4-4933-96FB-BAC0A42B960A}" dt="2025-11-05T09:50:44.321" v="464" actId="20577"/>
          <ac:spMkLst>
            <pc:docMk/>
            <pc:sldMk cId="588485718" sldId="4198"/>
            <ac:spMk id="8" creationId="{0E3FFA15-1C32-3AF3-DF91-AD9F0198A92B}"/>
          </ac:spMkLst>
        </pc:spChg>
      </pc:sldChg>
      <pc:sldChg chg="modSp mod">
        <pc:chgData name="Milan Sharma" userId="9f66ed0f-8929-458f-b319-3ddc3b792794" providerId="ADAL" clId="{3FB79AAE-34C4-4933-96FB-BAC0A42B960A}" dt="2025-11-05T11:18:06.378" v="1760" actId="20577"/>
        <pc:sldMkLst>
          <pc:docMk/>
          <pc:sldMk cId="568881644" sldId="4200"/>
        </pc:sldMkLst>
        <pc:spChg chg="mod">
          <ac:chgData name="Milan Sharma" userId="9f66ed0f-8929-458f-b319-3ddc3b792794" providerId="ADAL" clId="{3FB79AAE-34C4-4933-96FB-BAC0A42B960A}" dt="2025-11-05T11:18:06.378" v="1760" actId="20577"/>
          <ac:spMkLst>
            <pc:docMk/>
            <pc:sldMk cId="568881644" sldId="4200"/>
            <ac:spMk id="8" creationId="{30DD4597-43F4-B596-6595-ECDB0F05D633}"/>
          </ac:spMkLst>
        </pc:spChg>
      </pc:sldChg>
      <pc:sldChg chg="addSp delSp modSp mod">
        <pc:chgData name="Milan Sharma" userId="9f66ed0f-8929-458f-b319-3ddc3b792794" providerId="ADAL" clId="{3FB79AAE-34C4-4933-96FB-BAC0A42B960A}" dt="2025-11-05T09:15:48.621" v="190" actId="20577"/>
        <pc:sldMkLst>
          <pc:docMk/>
          <pc:sldMk cId="3320645978" sldId="4274"/>
        </pc:sldMkLst>
        <pc:spChg chg="mod">
          <ac:chgData name="Milan Sharma" userId="9f66ed0f-8929-458f-b319-3ddc3b792794" providerId="ADAL" clId="{3FB79AAE-34C4-4933-96FB-BAC0A42B960A}" dt="2025-11-05T09:15:48.621" v="190" actId="20577"/>
          <ac:spMkLst>
            <pc:docMk/>
            <pc:sldMk cId="3320645978" sldId="4274"/>
            <ac:spMk id="5" creationId="{DBC84043-F649-2F57-FD34-C8C9E0ACE620}"/>
          </ac:spMkLst>
        </pc:spChg>
        <pc:graphicFrameChg chg="add mod modGraphic">
          <ac:chgData name="Milan Sharma" userId="9f66ed0f-8929-458f-b319-3ddc3b792794" providerId="ADAL" clId="{3FB79AAE-34C4-4933-96FB-BAC0A42B960A}" dt="2025-11-05T09:09:37.426" v="114" actId="120"/>
          <ac:graphicFrameMkLst>
            <pc:docMk/>
            <pc:sldMk cId="3320645978" sldId="4274"/>
            <ac:graphicFrameMk id="2" creationId="{EE697573-74C5-355D-EB69-FD9DBB813710}"/>
          </ac:graphicFrameMkLst>
        </pc:graphicFrameChg>
        <pc:graphicFrameChg chg="mod modGraphic">
          <ac:chgData name="Milan Sharma" userId="9f66ed0f-8929-458f-b319-3ddc3b792794" providerId="ADAL" clId="{3FB79AAE-34C4-4933-96FB-BAC0A42B960A}" dt="2025-11-05T09:09:35.115" v="113" actId="120"/>
          <ac:graphicFrameMkLst>
            <pc:docMk/>
            <pc:sldMk cId="3320645978" sldId="4274"/>
            <ac:graphicFrameMk id="7" creationId="{80841267-221B-0489-8EDD-E2CD878EEBC4}"/>
          </ac:graphicFrameMkLst>
        </pc:graphicFrameChg>
        <pc:graphicFrameChg chg="add mod modGraphic">
          <ac:chgData name="Milan Sharma" userId="9f66ed0f-8929-458f-b319-3ddc3b792794" providerId="ADAL" clId="{3FB79AAE-34C4-4933-96FB-BAC0A42B960A}" dt="2025-11-05T09:09:39.577" v="115" actId="120"/>
          <ac:graphicFrameMkLst>
            <pc:docMk/>
            <pc:sldMk cId="3320645978" sldId="4274"/>
            <ac:graphicFrameMk id="8" creationId="{35C05C1D-2A0A-F5BA-85E5-EB7B941DF792}"/>
          </ac:graphicFrameMkLst>
        </pc:graphicFrameChg>
        <pc:graphicFrameChg chg="add mod modGraphic">
          <ac:chgData name="Milan Sharma" userId="9f66ed0f-8929-458f-b319-3ddc3b792794" providerId="ADAL" clId="{3FB79AAE-34C4-4933-96FB-BAC0A42B960A}" dt="2025-11-05T09:09:41.609" v="116" actId="120"/>
          <ac:graphicFrameMkLst>
            <pc:docMk/>
            <pc:sldMk cId="3320645978" sldId="4274"/>
            <ac:graphicFrameMk id="9" creationId="{BF34A559-F0FB-E875-7BC5-BC529F04106F}"/>
          </ac:graphicFrameMkLst>
        </pc:graphicFrameChg>
        <pc:graphicFrameChg chg="del mod">
          <ac:chgData name="Milan Sharma" userId="9f66ed0f-8929-458f-b319-3ddc3b792794" providerId="ADAL" clId="{3FB79AAE-34C4-4933-96FB-BAC0A42B960A}" dt="2025-11-05T09:06:17.220" v="29" actId="478"/>
          <ac:graphicFrameMkLst>
            <pc:docMk/>
            <pc:sldMk cId="3320645978" sldId="4274"/>
            <ac:graphicFrameMk id="13" creationId="{3F9BAA02-553D-BC3C-A68A-A18E8AC649DC}"/>
          </ac:graphicFrameMkLst>
        </pc:graphicFrameChg>
        <pc:graphicFrameChg chg="del mod">
          <ac:chgData name="Milan Sharma" userId="9f66ed0f-8929-458f-b319-3ddc3b792794" providerId="ADAL" clId="{3FB79AAE-34C4-4933-96FB-BAC0A42B960A}" dt="2025-11-05T09:06:53.786" v="55" actId="478"/>
          <ac:graphicFrameMkLst>
            <pc:docMk/>
            <pc:sldMk cId="3320645978" sldId="4274"/>
            <ac:graphicFrameMk id="14" creationId="{418866CB-870C-150F-5ED2-AACE3696CBA7}"/>
          </ac:graphicFrameMkLst>
        </pc:graphicFrameChg>
      </pc:sldChg>
      <pc:sldChg chg="modSp mod">
        <pc:chgData name="Milan Sharma" userId="9f66ed0f-8929-458f-b319-3ddc3b792794" providerId="ADAL" clId="{3FB79AAE-34C4-4933-96FB-BAC0A42B960A}" dt="2025-11-05T11:18:11.955" v="1762" actId="20577"/>
        <pc:sldMkLst>
          <pc:docMk/>
          <pc:sldMk cId="1347782528" sldId="4307"/>
        </pc:sldMkLst>
        <pc:spChg chg="mod">
          <ac:chgData name="Milan Sharma" userId="9f66ed0f-8929-458f-b319-3ddc3b792794" providerId="ADAL" clId="{3FB79AAE-34C4-4933-96FB-BAC0A42B960A}" dt="2025-11-05T11:18:11.955" v="1762" actId="20577"/>
          <ac:spMkLst>
            <pc:docMk/>
            <pc:sldMk cId="1347782528" sldId="4307"/>
            <ac:spMk id="8" creationId="{9D73A95F-6507-D92D-F26C-633DE3FA23B6}"/>
          </ac:spMkLst>
        </pc:spChg>
      </pc:sldChg>
      <pc:sldChg chg="del">
        <pc:chgData name="Milan Sharma" userId="9f66ed0f-8929-458f-b319-3ddc3b792794" providerId="ADAL" clId="{3FB79AAE-34C4-4933-96FB-BAC0A42B960A}" dt="2025-11-05T10:02:04.764" v="881" actId="2696"/>
        <pc:sldMkLst>
          <pc:docMk/>
          <pc:sldMk cId="867631351" sldId="4308"/>
        </pc:sldMkLst>
      </pc:sldChg>
      <pc:sldChg chg="add">
        <pc:chgData name="Milan Sharma" userId="9f66ed0f-8929-458f-b319-3ddc3b792794" providerId="ADAL" clId="{3FB79AAE-34C4-4933-96FB-BAC0A42B960A}" dt="2025-11-05T10:02:10.624" v="882"/>
        <pc:sldMkLst>
          <pc:docMk/>
          <pc:sldMk cId="3317654706" sldId="4308"/>
        </pc:sldMkLst>
      </pc:sldChg>
      <pc:sldChg chg="add">
        <pc:chgData name="Milan Sharma" userId="9f66ed0f-8929-458f-b319-3ddc3b792794" providerId="ADAL" clId="{3FB79AAE-34C4-4933-96FB-BAC0A42B960A}" dt="2025-11-05T10:02:10.624" v="882"/>
        <pc:sldMkLst>
          <pc:docMk/>
          <pc:sldMk cId="3120987239" sldId="4309"/>
        </pc:sldMkLst>
      </pc:sldChg>
      <pc:sldChg chg="del">
        <pc:chgData name="Milan Sharma" userId="9f66ed0f-8929-458f-b319-3ddc3b792794" providerId="ADAL" clId="{3FB79AAE-34C4-4933-96FB-BAC0A42B960A}" dt="2025-11-05T10:02:04.764" v="881" actId="2696"/>
        <pc:sldMkLst>
          <pc:docMk/>
          <pc:sldMk cId="3312575016" sldId="4309"/>
        </pc:sldMkLst>
      </pc:sldChg>
      <pc:sldChg chg="addSp delSp modSp mod">
        <pc:chgData name="Milan Sharma" userId="9f66ed0f-8929-458f-b319-3ddc3b792794" providerId="ADAL" clId="{3FB79AAE-34C4-4933-96FB-BAC0A42B960A}" dt="2025-11-05T09:56:56.664" v="675" actId="2061"/>
        <pc:sldMkLst>
          <pc:docMk/>
          <pc:sldMk cId="3688128440" sldId="4310"/>
        </pc:sldMkLst>
        <pc:spChg chg="mod">
          <ac:chgData name="Milan Sharma" userId="9f66ed0f-8929-458f-b319-3ddc3b792794" providerId="ADAL" clId="{3FB79AAE-34C4-4933-96FB-BAC0A42B960A}" dt="2025-11-05T09:56:23.922" v="652" actId="20577"/>
          <ac:spMkLst>
            <pc:docMk/>
            <pc:sldMk cId="3688128440" sldId="4310"/>
            <ac:spMk id="5" creationId="{B83F81AF-34E7-CFF7-E202-E584D601DDAA}"/>
          </ac:spMkLst>
        </pc:spChg>
        <pc:spChg chg="del">
          <ac:chgData name="Milan Sharma" userId="9f66ed0f-8929-458f-b319-3ddc3b792794" providerId="ADAL" clId="{3FB79AAE-34C4-4933-96FB-BAC0A42B960A}" dt="2025-11-05T09:56:42.316" v="671" actId="478"/>
          <ac:spMkLst>
            <pc:docMk/>
            <pc:sldMk cId="3688128440" sldId="4310"/>
            <ac:spMk id="8" creationId="{63975AC0-7E49-8BCA-CF7C-80A4ECDEB25B}"/>
          </ac:spMkLst>
        </pc:spChg>
        <pc:graphicFrameChg chg="add del mod modGraphic">
          <ac:chgData name="Milan Sharma" userId="9f66ed0f-8929-458f-b319-3ddc3b792794" providerId="ADAL" clId="{3FB79AAE-34C4-4933-96FB-BAC0A42B960A}" dt="2025-11-05T09:53:58.010" v="567" actId="478"/>
          <ac:graphicFrameMkLst>
            <pc:docMk/>
            <pc:sldMk cId="3688128440" sldId="4310"/>
            <ac:graphicFrameMk id="2" creationId="{B495160D-1B81-7C6C-6636-440BB98E770F}"/>
          </ac:graphicFrameMkLst>
        </pc:graphicFrameChg>
        <pc:graphicFrameChg chg="del">
          <ac:chgData name="Milan Sharma" userId="9f66ed0f-8929-458f-b319-3ddc3b792794" providerId="ADAL" clId="{3FB79AAE-34C4-4933-96FB-BAC0A42B960A}" dt="2025-11-05T09:52:47.106" v="523" actId="478"/>
          <ac:graphicFrameMkLst>
            <pc:docMk/>
            <pc:sldMk cId="3688128440" sldId="4310"/>
            <ac:graphicFrameMk id="7" creationId="{5F5BCA03-7B97-E14B-0F7D-2EF476A62DF9}"/>
          </ac:graphicFrameMkLst>
        </pc:graphicFrameChg>
        <pc:graphicFrameChg chg="add mod modGraphic">
          <ac:chgData name="Milan Sharma" userId="9f66ed0f-8929-458f-b319-3ddc3b792794" providerId="ADAL" clId="{3FB79AAE-34C4-4933-96FB-BAC0A42B960A}" dt="2025-11-05T09:56:56.664" v="675" actId="2061"/>
          <ac:graphicFrameMkLst>
            <pc:docMk/>
            <pc:sldMk cId="3688128440" sldId="4310"/>
            <ac:graphicFrameMk id="9" creationId="{FF0CFEFB-245A-2151-35E9-DDB8473E8EC4}"/>
          </ac:graphicFrameMkLst>
        </pc:graphicFrameChg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629275074" sldId="4332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4001325773" sldId="4353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4015112177" sldId="4354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639824755" sldId="4355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2109589045" sldId="4356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2562647782" sldId="4357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126030240" sldId="4358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974544329" sldId="4359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3025213209" sldId="4360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99238080" sldId="4361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447910687" sldId="4362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3341998065" sldId="4363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3539359890" sldId="4364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548689145" sldId="4365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3546292024" sldId="4366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519246632" sldId="4367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411991554" sldId="4368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920849842" sldId="4369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3551566135" sldId="4370"/>
        </pc:sldMkLst>
      </pc:sldChg>
      <pc:sldChg chg="modSp mod">
        <pc:chgData name="Milan Sharma" userId="9f66ed0f-8929-458f-b319-3ddc3b792794" providerId="ADAL" clId="{3FB79AAE-34C4-4933-96FB-BAC0A42B960A}" dt="2025-11-05T10:01:38.413" v="879" actId="313"/>
        <pc:sldMkLst>
          <pc:docMk/>
          <pc:sldMk cId="4281966576" sldId="4392"/>
        </pc:sldMkLst>
        <pc:spChg chg="mod">
          <ac:chgData name="Milan Sharma" userId="9f66ed0f-8929-458f-b319-3ddc3b792794" providerId="ADAL" clId="{3FB79AAE-34C4-4933-96FB-BAC0A42B960A}" dt="2025-11-05T10:01:38.413" v="879" actId="313"/>
          <ac:spMkLst>
            <pc:docMk/>
            <pc:sldMk cId="4281966576" sldId="4392"/>
            <ac:spMk id="5" creationId="{8787C584-AD0F-739C-E003-70AFC0290357}"/>
          </ac:spMkLst>
        </pc:spChg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293882038" sldId="4411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416035020" sldId="4417"/>
        </pc:sldMkLst>
      </pc:sldChg>
      <pc:sldChg chg="addSp delSp modSp add mod">
        <pc:chgData name="Milan Sharma" userId="9f66ed0f-8929-458f-b319-3ddc3b792794" providerId="ADAL" clId="{3FB79AAE-34C4-4933-96FB-BAC0A42B960A}" dt="2025-11-05T09:15:54.334" v="194" actId="20577"/>
        <pc:sldMkLst>
          <pc:docMk/>
          <pc:sldMk cId="4240343548" sldId="4418"/>
        </pc:sldMkLst>
        <pc:spChg chg="mod">
          <ac:chgData name="Milan Sharma" userId="9f66ed0f-8929-458f-b319-3ddc3b792794" providerId="ADAL" clId="{3FB79AAE-34C4-4933-96FB-BAC0A42B960A}" dt="2025-11-05T09:15:54.334" v="194" actId="20577"/>
          <ac:spMkLst>
            <pc:docMk/>
            <pc:sldMk cId="4240343548" sldId="4418"/>
            <ac:spMk id="5" creationId="{6988B280-EA73-430D-EB0E-DCB95478289D}"/>
          </ac:spMkLst>
        </pc:spChg>
        <pc:graphicFrameChg chg="add mod modGraphic">
          <ac:chgData name="Milan Sharma" userId="9f66ed0f-8929-458f-b319-3ddc3b792794" providerId="ADAL" clId="{3FB79AAE-34C4-4933-96FB-BAC0A42B960A}" dt="2025-11-05T09:10:26.347" v="136" actId="6549"/>
          <ac:graphicFrameMkLst>
            <pc:docMk/>
            <pc:sldMk cId="4240343548" sldId="4418"/>
            <ac:graphicFrameMk id="2" creationId="{B46C7CAB-35FE-C440-21E8-E906D7578EFC}"/>
          </ac:graphicFrameMkLst>
        </pc:graphicFrameChg>
        <pc:graphicFrameChg chg="del">
          <ac:chgData name="Milan Sharma" userId="9f66ed0f-8929-458f-b319-3ddc3b792794" providerId="ADAL" clId="{3FB79AAE-34C4-4933-96FB-BAC0A42B960A}" dt="2025-11-05T09:09:49.750" v="117" actId="478"/>
          <ac:graphicFrameMkLst>
            <pc:docMk/>
            <pc:sldMk cId="4240343548" sldId="4418"/>
            <ac:graphicFrameMk id="7" creationId="{2CED0B6D-1704-DAEC-8B45-3974DB197215}"/>
          </ac:graphicFrameMkLst>
        </pc:graphicFrameChg>
        <pc:graphicFrameChg chg="del">
          <ac:chgData name="Milan Sharma" userId="9f66ed0f-8929-458f-b319-3ddc3b792794" providerId="ADAL" clId="{3FB79AAE-34C4-4933-96FB-BAC0A42B960A}" dt="2025-11-05T09:09:49.750" v="117" actId="478"/>
          <ac:graphicFrameMkLst>
            <pc:docMk/>
            <pc:sldMk cId="4240343548" sldId="4418"/>
            <ac:graphicFrameMk id="13" creationId="{7AB8C00F-075E-6C75-F4F0-CD903CB676BA}"/>
          </ac:graphicFrameMkLst>
        </pc:graphicFrameChg>
        <pc:graphicFrameChg chg="add del mod modGraphic">
          <ac:chgData name="Milan Sharma" userId="9f66ed0f-8929-458f-b319-3ddc3b792794" providerId="ADAL" clId="{3FB79AAE-34C4-4933-96FB-BAC0A42B960A}" dt="2025-11-05T09:10:30.783" v="139" actId="6549"/>
          <ac:graphicFrameMkLst>
            <pc:docMk/>
            <pc:sldMk cId="4240343548" sldId="4418"/>
            <ac:graphicFrameMk id="14" creationId="{196DA731-C862-B73E-981F-F7A3376D6342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09:15:59.375" v="198" actId="20577"/>
        <pc:sldMkLst>
          <pc:docMk/>
          <pc:sldMk cId="2210924587" sldId="4419"/>
        </pc:sldMkLst>
        <pc:spChg chg="mod">
          <ac:chgData name="Milan Sharma" userId="9f66ed0f-8929-458f-b319-3ddc3b792794" providerId="ADAL" clId="{3FB79AAE-34C4-4933-96FB-BAC0A42B960A}" dt="2025-11-05T09:15:59.375" v="198" actId="20577"/>
          <ac:spMkLst>
            <pc:docMk/>
            <pc:sldMk cId="2210924587" sldId="4419"/>
            <ac:spMk id="5" creationId="{FA2D1BA9-1327-8C48-4067-A14A3329B0D0}"/>
          </ac:spMkLst>
        </pc:spChg>
        <pc:graphicFrameChg chg="mod modGraphic">
          <ac:chgData name="Milan Sharma" userId="9f66ed0f-8929-458f-b319-3ddc3b792794" providerId="ADAL" clId="{3FB79AAE-34C4-4933-96FB-BAC0A42B960A}" dt="2025-11-05T09:11:03.479" v="159" actId="120"/>
          <ac:graphicFrameMkLst>
            <pc:docMk/>
            <pc:sldMk cId="2210924587" sldId="4419"/>
            <ac:graphicFrameMk id="2" creationId="{FAE46041-F32C-9359-A790-BD98D6091256}"/>
          </ac:graphicFrameMkLst>
        </pc:graphicFrameChg>
        <pc:graphicFrameChg chg="del">
          <ac:chgData name="Milan Sharma" userId="9f66ed0f-8929-458f-b319-3ddc3b792794" providerId="ADAL" clId="{3FB79AAE-34C4-4933-96FB-BAC0A42B960A}" dt="2025-11-05T09:10:41.615" v="141" actId="478"/>
          <ac:graphicFrameMkLst>
            <pc:docMk/>
            <pc:sldMk cId="2210924587" sldId="4419"/>
            <ac:graphicFrameMk id="7" creationId="{DA69DA83-2FD9-7573-F374-0C3B8C56EE0F}"/>
          </ac:graphicFrameMkLst>
        </pc:graphicFrameChg>
        <pc:graphicFrameChg chg="add mod modGraphic">
          <ac:chgData name="Milan Sharma" userId="9f66ed0f-8929-458f-b319-3ddc3b792794" providerId="ADAL" clId="{3FB79AAE-34C4-4933-96FB-BAC0A42B960A}" dt="2025-11-05T09:11:06.113" v="160" actId="120"/>
          <ac:graphicFrameMkLst>
            <pc:docMk/>
            <pc:sldMk cId="2210924587" sldId="4419"/>
            <ac:graphicFrameMk id="8" creationId="{BDB0D87D-3F05-1FEF-6A17-287C1137198E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09:20:13.192" v="226" actId="20577"/>
        <pc:sldMkLst>
          <pc:docMk/>
          <pc:sldMk cId="1084188344" sldId="4420"/>
        </pc:sldMkLst>
        <pc:spChg chg="mod">
          <ac:chgData name="Milan Sharma" userId="9f66ed0f-8929-458f-b319-3ddc3b792794" providerId="ADAL" clId="{3FB79AAE-34C4-4933-96FB-BAC0A42B960A}" dt="2025-11-05T09:20:13.192" v="226" actId="20577"/>
          <ac:spMkLst>
            <pc:docMk/>
            <pc:sldMk cId="1084188344" sldId="4420"/>
            <ac:spMk id="8" creationId="{3256F849-B6D1-98B8-0687-65FC832CCFC6}"/>
          </ac:spMkLst>
        </pc:spChg>
      </pc:sldChg>
      <pc:sldChg chg="modSp add mod">
        <pc:chgData name="Milan Sharma" userId="9f66ed0f-8929-458f-b319-3ddc3b792794" providerId="ADAL" clId="{3FB79AAE-34C4-4933-96FB-BAC0A42B960A}" dt="2025-11-05T09:20:44.885" v="235" actId="20577"/>
        <pc:sldMkLst>
          <pc:docMk/>
          <pc:sldMk cId="2783130948" sldId="4421"/>
        </pc:sldMkLst>
        <pc:spChg chg="mod">
          <ac:chgData name="Milan Sharma" userId="9f66ed0f-8929-458f-b319-3ddc3b792794" providerId="ADAL" clId="{3FB79AAE-34C4-4933-96FB-BAC0A42B960A}" dt="2025-11-05T09:20:44.885" v="235" actId="20577"/>
          <ac:spMkLst>
            <pc:docMk/>
            <pc:sldMk cId="2783130948" sldId="4421"/>
            <ac:spMk id="8" creationId="{A098F216-42A3-5643-FF03-1DB6A466B607}"/>
          </ac:spMkLst>
        </pc:spChg>
      </pc:sldChg>
      <pc:sldChg chg="addSp delSp modSp add mod">
        <pc:chgData name="Milan Sharma" userId="9f66ed0f-8929-458f-b319-3ddc3b792794" providerId="ADAL" clId="{3FB79AAE-34C4-4933-96FB-BAC0A42B960A}" dt="2025-11-05T09:41:05.977" v="442" actId="6549"/>
        <pc:sldMkLst>
          <pc:docMk/>
          <pc:sldMk cId="4199255549" sldId="4422"/>
        </pc:sldMkLst>
        <pc:spChg chg="mod">
          <ac:chgData name="Milan Sharma" userId="9f66ed0f-8929-458f-b319-3ddc3b792794" providerId="ADAL" clId="{3FB79AAE-34C4-4933-96FB-BAC0A42B960A}" dt="2025-11-05T09:25:50.778" v="245" actId="20577"/>
          <ac:spMkLst>
            <pc:docMk/>
            <pc:sldMk cId="4199255549" sldId="4422"/>
            <ac:spMk id="2" creationId="{42541090-385D-D60C-14C5-4441239CAA44}"/>
          </ac:spMkLst>
        </pc:spChg>
        <pc:spChg chg="mod">
          <ac:chgData name="Milan Sharma" userId="9f66ed0f-8929-458f-b319-3ddc3b792794" providerId="ADAL" clId="{3FB79AAE-34C4-4933-96FB-BAC0A42B960A}" dt="2025-11-05T09:29:56.344" v="328" actId="20577"/>
          <ac:spMkLst>
            <pc:docMk/>
            <pc:sldMk cId="4199255549" sldId="4422"/>
            <ac:spMk id="5" creationId="{F11DBAEE-D5C4-F41A-EFE7-AB45DD7330E0}"/>
          </ac:spMkLst>
        </pc:spChg>
        <pc:graphicFrameChg chg="add mod modGraphic">
          <ac:chgData name="Milan Sharma" userId="9f66ed0f-8929-458f-b319-3ddc3b792794" providerId="ADAL" clId="{3FB79AAE-34C4-4933-96FB-BAC0A42B960A}" dt="2025-11-05T09:41:05.977" v="442" actId="6549"/>
          <ac:graphicFrameMkLst>
            <pc:docMk/>
            <pc:sldMk cId="4199255549" sldId="4422"/>
            <ac:graphicFrameMk id="3" creationId="{DEAB4CF1-0494-6AFB-CEE0-E30019EA59AA}"/>
          </ac:graphicFrameMkLst>
        </pc:graphicFrameChg>
        <pc:graphicFrameChg chg="del">
          <ac:chgData name="Milan Sharma" userId="9f66ed0f-8929-458f-b319-3ddc3b792794" providerId="ADAL" clId="{3FB79AAE-34C4-4933-96FB-BAC0A42B960A}" dt="2025-11-05T09:26:51.449" v="278" actId="478"/>
          <ac:graphicFrameMkLst>
            <pc:docMk/>
            <pc:sldMk cId="4199255549" sldId="4422"/>
            <ac:graphicFrameMk id="8" creationId="{0E5ABEA9-5E8E-A807-0CCF-BFBB7CD6156C}"/>
          </ac:graphicFrameMkLst>
        </pc:graphicFrameChg>
      </pc:sldChg>
      <pc:sldChg chg="add del">
        <pc:chgData name="Milan Sharma" userId="9f66ed0f-8929-458f-b319-3ddc3b792794" providerId="ADAL" clId="{3FB79AAE-34C4-4933-96FB-BAC0A42B960A}" dt="2025-11-05T09:27:29.073" v="280"/>
        <pc:sldMkLst>
          <pc:docMk/>
          <pc:sldMk cId="1196095519" sldId="4423"/>
        </pc:sldMkLst>
      </pc:sldChg>
      <pc:sldChg chg="addSp delSp modSp add mod">
        <pc:chgData name="Milan Sharma" userId="9f66ed0f-8929-458f-b319-3ddc3b792794" providerId="ADAL" clId="{3FB79AAE-34C4-4933-96FB-BAC0A42B960A}" dt="2025-11-05T09:41:15.541" v="444"/>
        <pc:sldMkLst>
          <pc:docMk/>
          <pc:sldMk cId="2570272527" sldId="4423"/>
        </pc:sldMkLst>
        <pc:spChg chg="mod">
          <ac:chgData name="Milan Sharma" userId="9f66ed0f-8929-458f-b319-3ddc3b792794" providerId="ADAL" clId="{3FB79AAE-34C4-4933-96FB-BAC0A42B960A}" dt="2025-11-05T09:30:04.428" v="342" actId="20577"/>
          <ac:spMkLst>
            <pc:docMk/>
            <pc:sldMk cId="2570272527" sldId="4423"/>
            <ac:spMk id="5" creationId="{4288B12E-6382-5472-A6ED-93F9363134C4}"/>
          </ac:spMkLst>
        </pc:spChg>
        <pc:graphicFrameChg chg="del">
          <ac:chgData name="Milan Sharma" userId="9f66ed0f-8929-458f-b319-3ddc3b792794" providerId="ADAL" clId="{3FB79AAE-34C4-4933-96FB-BAC0A42B960A}" dt="2025-11-05T09:41:14.927" v="443" actId="478"/>
          <ac:graphicFrameMkLst>
            <pc:docMk/>
            <pc:sldMk cId="2570272527" sldId="4423"/>
            <ac:graphicFrameMk id="3" creationId="{EB57CB45-396A-247A-6B6A-B006FE7B3033}"/>
          </ac:graphicFrameMkLst>
        </pc:graphicFrameChg>
        <pc:graphicFrameChg chg="add mod">
          <ac:chgData name="Milan Sharma" userId="9f66ed0f-8929-458f-b319-3ddc3b792794" providerId="ADAL" clId="{3FB79AAE-34C4-4933-96FB-BAC0A42B960A}" dt="2025-11-05T09:41:15.541" v="444"/>
          <ac:graphicFrameMkLst>
            <pc:docMk/>
            <pc:sldMk cId="2570272527" sldId="4423"/>
            <ac:graphicFrameMk id="7" creationId="{7378D9C1-933E-26DD-0871-5DC89507E009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09:50:37.965" v="453" actId="20577"/>
        <pc:sldMkLst>
          <pc:docMk/>
          <pc:sldMk cId="2099569429" sldId="4424"/>
        </pc:sldMkLst>
        <pc:spChg chg="mod">
          <ac:chgData name="Milan Sharma" userId="9f66ed0f-8929-458f-b319-3ddc3b792794" providerId="ADAL" clId="{3FB79AAE-34C4-4933-96FB-BAC0A42B960A}" dt="2025-11-05T09:50:37.965" v="453" actId="20577"/>
          <ac:spMkLst>
            <pc:docMk/>
            <pc:sldMk cId="2099569429" sldId="4424"/>
            <ac:spMk id="8" creationId="{2BFF97E9-C91F-8403-AFC6-485568CE6B0C}"/>
          </ac:spMkLst>
        </pc:spChg>
      </pc:sldChg>
      <pc:sldChg chg="addSp delSp modSp add mod">
        <pc:chgData name="Milan Sharma" userId="9f66ed0f-8929-458f-b319-3ddc3b792794" providerId="ADAL" clId="{3FB79AAE-34C4-4933-96FB-BAC0A42B960A}" dt="2025-11-05T09:52:12.772" v="521" actId="255"/>
        <pc:sldMkLst>
          <pc:docMk/>
          <pc:sldMk cId="3709965874" sldId="4425"/>
        </pc:sldMkLst>
        <pc:spChg chg="mod">
          <ac:chgData name="Milan Sharma" userId="9f66ed0f-8929-458f-b319-3ddc3b792794" providerId="ADAL" clId="{3FB79AAE-34C4-4933-96FB-BAC0A42B960A}" dt="2025-11-05T09:51:33.139" v="486" actId="108"/>
          <ac:spMkLst>
            <pc:docMk/>
            <pc:sldMk cId="3709965874" sldId="4425"/>
            <ac:spMk id="6" creationId="{54C287E1-94A4-A571-A2B6-E6AA25F93752}"/>
          </ac:spMkLst>
        </pc:spChg>
        <pc:spChg chg="del">
          <ac:chgData name="Milan Sharma" userId="9f66ed0f-8929-458f-b319-3ddc3b792794" providerId="ADAL" clId="{3FB79AAE-34C4-4933-96FB-BAC0A42B960A}" dt="2025-11-05T09:51:06.561" v="473" actId="478"/>
          <ac:spMkLst>
            <pc:docMk/>
            <pc:sldMk cId="3709965874" sldId="4425"/>
            <ac:spMk id="9" creationId="{A85A3E2F-D666-EC91-67DA-F6A1A5E83BF2}"/>
          </ac:spMkLst>
        </pc:spChg>
        <pc:graphicFrameChg chg="add mod modGraphic">
          <ac:chgData name="Milan Sharma" userId="9f66ed0f-8929-458f-b319-3ddc3b792794" providerId="ADAL" clId="{3FB79AAE-34C4-4933-96FB-BAC0A42B960A}" dt="2025-11-05T09:52:12.772" v="521" actId="255"/>
          <ac:graphicFrameMkLst>
            <pc:docMk/>
            <pc:sldMk cId="3709965874" sldId="4425"/>
            <ac:graphicFrameMk id="2" creationId="{AD81577C-31EE-F201-A413-622860062B82}"/>
          </ac:graphicFrameMkLst>
        </pc:graphicFrameChg>
        <pc:graphicFrameChg chg="del modGraphic">
          <ac:chgData name="Milan Sharma" userId="9f66ed0f-8929-458f-b319-3ddc3b792794" providerId="ADAL" clId="{3FB79AAE-34C4-4933-96FB-BAC0A42B960A}" dt="2025-11-05T09:51:04.259" v="472" actId="478"/>
          <ac:graphicFrameMkLst>
            <pc:docMk/>
            <pc:sldMk cId="3709965874" sldId="4425"/>
            <ac:graphicFrameMk id="10" creationId="{3D9E10E9-3FCC-727B-A2A0-1B74220C59F3}"/>
          </ac:graphicFrameMkLst>
        </pc:graphicFrameChg>
      </pc:sldChg>
      <pc:sldChg chg="add">
        <pc:chgData name="Milan Sharma" userId="9f66ed0f-8929-458f-b319-3ddc3b792794" providerId="ADAL" clId="{3FB79AAE-34C4-4933-96FB-BAC0A42B960A}" dt="2025-11-05T09:52:42.266" v="522" actId="2890"/>
        <pc:sldMkLst>
          <pc:docMk/>
          <pc:sldMk cId="2174327148" sldId="4426"/>
        </pc:sldMkLst>
      </pc:sldChg>
      <pc:sldChg chg="addSp delSp modSp add mod">
        <pc:chgData name="Milan Sharma" userId="9f66ed0f-8929-458f-b319-3ddc3b792794" providerId="ADAL" clId="{3FB79AAE-34C4-4933-96FB-BAC0A42B960A}" dt="2025-11-05T09:59:49.613" v="817"/>
        <pc:sldMkLst>
          <pc:docMk/>
          <pc:sldMk cId="4120000766" sldId="4427"/>
        </pc:sldMkLst>
        <pc:spChg chg="mod">
          <ac:chgData name="Milan Sharma" userId="9f66ed0f-8929-458f-b319-3ddc3b792794" providerId="ADAL" clId="{3FB79AAE-34C4-4933-96FB-BAC0A42B960A}" dt="2025-11-05T09:58:08.663" v="694" actId="20577"/>
          <ac:spMkLst>
            <pc:docMk/>
            <pc:sldMk cId="4120000766" sldId="4427"/>
            <ac:spMk id="5" creationId="{D4C2B05B-BD7D-BA33-A464-F2EECF314DCF}"/>
          </ac:spMkLst>
        </pc:spChg>
        <pc:graphicFrameChg chg="add mod modGraphic">
          <ac:chgData name="Milan Sharma" userId="9f66ed0f-8929-458f-b319-3ddc3b792794" providerId="ADAL" clId="{3FB79AAE-34C4-4933-96FB-BAC0A42B960A}" dt="2025-11-05T09:59:49.613" v="817"/>
          <ac:graphicFrameMkLst>
            <pc:docMk/>
            <pc:sldMk cId="4120000766" sldId="4427"/>
            <ac:graphicFrameMk id="2" creationId="{73379F69-2AE1-1EBB-C90E-6022A42F6CE7}"/>
          </ac:graphicFrameMkLst>
        </pc:graphicFrameChg>
        <pc:graphicFrameChg chg="del">
          <ac:chgData name="Milan Sharma" userId="9f66ed0f-8929-458f-b319-3ddc3b792794" providerId="ADAL" clId="{3FB79AAE-34C4-4933-96FB-BAC0A42B960A}" dt="2025-11-05T09:58:23.950" v="695" actId="478"/>
          <ac:graphicFrameMkLst>
            <pc:docMk/>
            <pc:sldMk cId="4120000766" sldId="4427"/>
            <ac:graphicFrameMk id="9" creationId="{325673E6-CABF-F717-997A-06A039E1A2FE}"/>
          </ac:graphicFrameMkLst>
        </pc:graphicFrameChg>
      </pc:sldChg>
      <pc:sldChg chg="add">
        <pc:chgData name="Milan Sharma" userId="9f66ed0f-8929-458f-b319-3ddc3b792794" providerId="ADAL" clId="{3FB79AAE-34C4-4933-96FB-BAC0A42B960A}" dt="2025-11-05T10:02:20.043" v="884"/>
        <pc:sldMkLst>
          <pc:docMk/>
          <pc:sldMk cId="1294428077" sldId="4428"/>
        </pc:sldMkLst>
      </pc:sldChg>
      <pc:sldChg chg="modSp add del mod">
        <pc:chgData name="Milan Sharma" userId="9f66ed0f-8929-458f-b319-3ddc3b792794" providerId="ADAL" clId="{3FB79AAE-34C4-4933-96FB-BAC0A42B960A}" dt="2025-11-05T10:02:15.300" v="883" actId="2696"/>
        <pc:sldMkLst>
          <pc:docMk/>
          <pc:sldMk cId="1600872564" sldId="4428"/>
        </pc:sldMkLst>
        <pc:spChg chg="mod">
          <ac:chgData name="Milan Sharma" userId="9f66ed0f-8929-458f-b319-3ddc3b792794" providerId="ADAL" clId="{3FB79AAE-34C4-4933-96FB-BAC0A42B960A}" dt="2025-11-05T10:00:23.385" v="833" actId="20577"/>
          <ac:spMkLst>
            <pc:docMk/>
            <pc:sldMk cId="1600872564" sldId="4428"/>
            <ac:spMk id="5" creationId="{72EED1D4-EF9B-0700-9727-CFD415EDFCE3}"/>
          </ac:spMkLst>
        </pc:spChg>
      </pc:sldChg>
      <pc:sldChg chg="modSp add del mod">
        <pc:chgData name="Milan Sharma" userId="9f66ed0f-8929-458f-b319-3ddc3b792794" providerId="ADAL" clId="{3FB79AAE-34C4-4933-96FB-BAC0A42B960A}" dt="2025-11-05T10:02:15.300" v="883" actId="2696"/>
        <pc:sldMkLst>
          <pc:docMk/>
          <pc:sldMk cId="15187141" sldId="4429"/>
        </pc:sldMkLst>
        <pc:spChg chg="mod">
          <ac:chgData name="Milan Sharma" userId="9f66ed0f-8929-458f-b319-3ddc3b792794" providerId="ADAL" clId="{3FB79AAE-34C4-4933-96FB-BAC0A42B960A}" dt="2025-11-05T10:00:29.968" v="848" actId="20577"/>
          <ac:spMkLst>
            <pc:docMk/>
            <pc:sldMk cId="15187141" sldId="4429"/>
            <ac:spMk id="5" creationId="{7597D0C4-BB42-2FEC-315D-15778AABD814}"/>
          </ac:spMkLst>
        </pc:spChg>
      </pc:sldChg>
      <pc:sldChg chg="add">
        <pc:chgData name="Milan Sharma" userId="9f66ed0f-8929-458f-b319-3ddc3b792794" providerId="ADAL" clId="{3FB79AAE-34C4-4933-96FB-BAC0A42B960A}" dt="2025-11-05T10:02:20.043" v="884"/>
        <pc:sldMkLst>
          <pc:docMk/>
          <pc:sldMk cId="2011847414" sldId="4429"/>
        </pc:sldMkLst>
      </pc:sldChg>
      <pc:sldChg chg="modSp add mod">
        <pc:chgData name="Milan Sharma" userId="9f66ed0f-8929-458f-b319-3ddc3b792794" providerId="ADAL" clId="{3FB79AAE-34C4-4933-96FB-BAC0A42B960A}" dt="2025-11-05T10:00:50.888" v="854" actId="20577"/>
        <pc:sldMkLst>
          <pc:docMk/>
          <pc:sldMk cId="837537233" sldId="4430"/>
        </pc:sldMkLst>
        <pc:spChg chg="mod">
          <ac:chgData name="Milan Sharma" userId="9f66ed0f-8929-458f-b319-3ddc3b792794" providerId="ADAL" clId="{3FB79AAE-34C4-4933-96FB-BAC0A42B960A}" dt="2025-11-05T10:00:50.888" v="854" actId="20577"/>
          <ac:spMkLst>
            <pc:docMk/>
            <pc:sldMk cId="837537233" sldId="4430"/>
            <ac:spMk id="5" creationId="{E4A39F90-F547-609B-CDE7-D4065B5B4CDD}"/>
          </ac:spMkLst>
        </pc:spChg>
      </pc:sldChg>
      <pc:sldChg chg="modSp add mod">
        <pc:chgData name="Milan Sharma" userId="9f66ed0f-8929-458f-b319-3ddc3b792794" providerId="ADAL" clId="{3FB79AAE-34C4-4933-96FB-BAC0A42B960A}" dt="2025-11-05T10:00:54.237" v="859" actId="20577"/>
        <pc:sldMkLst>
          <pc:docMk/>
          <pc:sldMk cId="1514897670" sldId="4431"/>
        </pc:sldMkLst>
        <pc:spChg chg="mod">
          <ac:chgData name="Milan Sharma" userId="9f66ed0f-8929-458f-b319-3ddc3b792794" providerId="ADAL" clId="{3FB79AAE-34C4-4933-96FB-BAC0A42B960A}" dt="2025-11-05T10:00:54.237" v="859" actId="20577"/>
          <ac:spMkLst>
            <pc:docMk/>
            <pc:sldMk cId="1514897670" sldId="4431"/>
            <ac:spMk id="5" creationId="{454B5F34-A1C5-6BC5-80DF-83DE2239EFA8}"/>
          </ac:spMkLst>
        </pc:spChg>
      </pc:sldChg>
      <pc:sldChg chg="add">
        <pc:chgData name="Milan Sharma" userId="9f66ed0f-8929-458f-b319-3ddc3b792794" providerId="ADAL" clId="{3FB79AAE-34C4-4933-96FB-BAC0A42B960A}" dt="2025-11-05T10:00:45.467" v="849"/>
        <pc:sldMkLst>
          <pc:docMk/>
          <pc:sldMk cId="2058017992" sldId="4432"/>
        </pc:sldMkLst>
      </pc:sldChg>
      <pc:sldChg chg="modSp add mod">
        <pc:chgData name="Milan Sharma" userId="9f66ed0f-8929-458f-b319-3ddc3b792794" providerId="ADAL" clId="{3FB79AAE-34C4-4933-96FB-BAC0A42B960A}" dt="2025-11-05T10:01:22.561" v="860" actId="313"/>
        <pc:sldMkLst>
          <pc:docMk/>
          <pc:sldMk cId="2942873001" sldId="4433"/>
        </pc:sldMkLst>
        <pc:spChg chg="mod">
          <ac:chgData name="Milan Sharma" userId="9f66ed0f-8929-458f-b319-3ddc3b792794" providerId="ADAL" clId="{3FB79AAE-34C4-4933-96FB-BAC0A42B960A}" dt="2025-11-05T10:01:22.561" v="860" actId="313"/>
          <ac:spMkLst>
            <pc:docMk/>
            <pc:sldMk cId="2942873001" sldId="4433"/>
            <ac:spMk id="5" creationId="{5BD307C8-9321-A663-16F0-AECA2CC28473}"/>
          </ac:spMkLst>
        </pc:spChg>
      </pc:sldChg>
      <pc:sldChg chg="modSp add mod">
        <pc:chgData name="Milan Sharma" userId="9f66ed0f-8929-458f-b319-3ddc3b792794" providerId="ADAL" clId="{3FB79AAE-34C4-4933-96FB-BAC0A42B960A}" dt="2025-11-05T10:01:23.433" v="861" actId="313"/>
        <pc:sldMkLst>
          <pc:docMk/>
          <pc:sldMk cId="1420304675" sldId="4434"/>
        </pc:sldMkLst>
        <pc:spChg chg="mod">
          <ac:chgData name="Milan Sharma" userId="9f66ed0f-8929-458f-b319-3ddc3b792794" providerId="ADAL" clId="{3FB79AAE-34C4-4933-96FB-BAC0A42B960A}" dt="2025-11-05T10:01:23.433" v="861" actId="313"/>
          <ac:spMkLst>
            <pc:docMk/>
            <pc:sldMk cId="1420304675" sldId="4434"/>
            <ac:spMk id="5" creationId="{88D6F16C-5EAA-14F2-B545-13F9ACAEBC90}"/>
          </ac:spMkLst>
        </pc:spChg>
      </pc:sldChg>
      <pc:sldChg chg="modSp add mod">
        <pc:chgData name="Milan Sharma" userId="9f66ed0f-8929-458f-b319-3ddc3b792794" providerId="ADAL" clId="{3FB79AAE-34C4-4933-96FB-BAC0A42B960A}" dt="2025-11-05T10:01:24.193" v="862" actId="313"/>
        <pc:sldMkLst>
          <pc:docMk/>
          <pc:sldMk cId="3488881550" sldId="4435"/>
        </pc:sldMkLst>
        <pc:spChg chg="mod">
          <ac:chgData name="Milan Sharma" userId="9f66ed0f-8929-458f-b319-3ddc3b792794" providerId="ADAL" clId="{3FB79AAE-34C4-4933-96FB-BAC0A42B960A}" dt="2025-11-05T10:01:24.193" v="862" actId="313"/>
          <ac:spMkLst>
            <pc:docMk/>
            <pc:sldMk cId="3488881550" sldId="4435"/>
            <ac:spMk id="5" creationId="{EDBE500F-A3AC-0E4E-2B0A-70E5EB85E864}"/>
          </ac:spMkLst>
        </pc:spChg>
      </pc:sldChg>
      <pc:sldChg chg="modSp add mod">
        <pc:chgData name="Milan Sharma" userId="9f66ed0f-8929-458f-b319-3ddc3b792794" providerId="ADAL" clId="{3FB79AAE-34C4-4933-96FB-BAC0A42B960A}" dt="2025-11-05T10:01:24.948" v="863" actId="313"/>
        <pc:sldMkLst>
          <pc:docMk/>
          <pc:sldMk cId="2932353006" sldId="4436"/>
        </pc:sldMkLst>
        <pc:spChg chg="mod">
          <ac:chgData name="Milan Sharma" userId="9f66ed0f-8929-458f-b319-3ddc3b792794" providerId="ADAL" clId="{3FB79AAE-34C4-4933-96FB-BAC0A42B960A}" dt="2025-11-05T10:01:24.948" v="863" actId="313"/>
          <ac:spMkLst>
            <pc:docMk/>
            <pc:sldMk cId="2932353006" sldId="4436"/>
            <ac:spMk id="5" creationId="{00E898BD-7FC8-B8BC-3FF2-566019D835AA}"/>
          </ac:spMkLst>
        </pc:spChg>
      </pc:sldChg>
      <pc:sldChg chg="modSp add mod">
        <pc:chgData name="Milan Sharma" userId="9f66ed0f-8929-458f-b319-3ddc3b792794" providerId="ADAL" clId="{3FB79AAE-34C4-4933-96FB-BAC0A42B960A}" dt="2025-11-05T10:01:25.691" v="864" actId="313"/>
        <pc:sldMkLst>
          <pc:docMk/>
          <pc:sldMk cId="916563376" sldId="4437"/>
        </pc:sldMkLst>
        <pc:spChg chg="mod">
          <ac:chgData name="Milan Sharma" userId="9f66ed0f-8929-458f-b319-3ddc3b792794" providerId="ADAL" clId="{3FB79AAE-34C4-4933-96FB-BAC0A42B960A}" dt="2025-11-05T10:01:25.691" v="864" actId="313"/>
          <ac:spMkLst>
            <pc:docMk/>
            <pc:sldMk cId="916563376" sldId="4437"/>
            <ac:spMk id="5" creationId="{A9930E34-570A-DAFA-8124-7B68A7337B2B}"/>
          </ac:spMkLst>
        </pc:spChg>
      </pc:sldChg>
      <pc:sldChg chg="modSp add mod">
        <pc:chgData name="Milan Sharma" userId="9f66ed0f-8929-458f-b319-3ddc3b792794" providerId="ADAL" clId="{3FB79AAE-34C4-4933-96FB-BAC0A42B960A}" dt="2025-11-05T10:01:26.341" v="865" actId="313"/>
        <pc:sldMkLst>
          <pc:docMk/>
          <pc:sldMk cId="3012261170" sldId="4438"/>
        </pc:sldMkLst>
        <pc:spChg chg="mod">
          <ac:chgData name="Milan Sharma" userId="9f66ed0f-8929-458f-b319-3ddc3b792794" providerId="ADAL" clId="{3FB79AAE-34C4-4933-96FB-BAC0A42B960A}" dt="2025-11-05T10:01:26.341" v="865" actId="313"/>
          <ac:spMkLst>
            <pc:docMk/>
            <pc:sldMk cId="3012261170" sldId="4438"/>
            <ac:spMk id="5" creationId="{1597BF7C-0315-969A-C24C-26536F2770AD}"/>
          </ac:spMkLst>
        </pc:spChg>
      </pc:sldChg>
      <pc:sldChg chg="modSp add mod">
        <pc:chgData name="Milan Sharma" userId="9f66ed0f-8929-458f-b319-3ddc3b792794" providerId="ADAL" clId="{3FB79AAE-34C4-4933-96FB-BAC0A42B960A}" dt="2025-11-05T10:01:27.139" v="866" actId="313"/>
        <pc:sldMkLst>
          <pc:docMk/>
          <pc:sldMk cId="2050392936" sldId="4439"/>
        </pc:sldMkLst>
        <pc:spChg chg="mod">
          <ac:chgData name="Milan Sharma" userId="9f66ed0f-8929-458f-b319-3ddc3b792794" providerId="ADAL" clId="{3FB79AAE-34C4-4933-96FB-BAC0A42B960A}" dt="2025-11-05T10:01:27.139" v="866" actId="313"/>
          <ac:spMkLst>
            <pc:docMk/>
            <pc:sldMk cId="2050392936" sldId="4439"/>
            <ac:spMk id="5" creationId="{8CB0A087-30D2-EC90-81DC-58811D44089E}"/>
          </ac:spMkLst>
        </pc:spChg>
      </pc:sldChg>
      <pc:sldChg chg="modSp add mod">
        <pc:chgData name="Milan Sharma" userId="9f66ed0f-8929-458f-b319-3ddc3b792794" providerId="ADAL" clId="{3FB79AAE-34C4-4933-96FB-BAC0A42B960A}" dt="2025-11-05T10:01:27.947" v="867" actId="313"/>
        <pc:sldMkLst>
          <pc:docMk/>
          <pc:sldMk cId="1273509483" sldId="4440"/>
        </pc:sldMkLst>
        <pc:spChg chg="mod">
          <ac:chgData name="Milan Sharma" userId="9f66ed0f-8929-458f-b319-3ddc3b792794" providerId="ADAL" clId="{3FB79AAE-34C4-4933-96FB-BAC0A42B960A}" dt="2025-11-05T10:01:27.947" v="867" actId="313"/>
          <ac:spMkLst>
            <pc:docMk/>
            <pc:sldMk cId="1273509483" sldId="4440"/>
            <ac:spMk id="5" creationId="{7D2579FE-B8AF-38E8-7644-E7FEF6BA3864}"/>
          </ac:spMkLst>
        </pc:spChg>
      </pc:sldChg>
      <pc:sldChg chg="modSp add mod">
        <pc:chgData name="Milan Sharma" userId="9f66ed0f-8929-458f-b319-3ddc3b792794" providerId="ADAL" clId="{3FB79AAE-34C4-4933-96FB-BAC0A42B960A}" dt="2025-11-05T10:01:28.647" v="868" actId="313"/>
        <pc:sldMkLst>
          <pc:docMk/>
          <pc:sldMk cId="3231961042" sldId="4441"/>
        </pc:sldMkLst>
        <pc:spChg chg="mod">
          <ac:chgData name="Milan Sharma" userId="9f66ed0f-8929-458f-b319-3ddc3b792794" providerId="ADAL" clId="{3FB79AAE-34C4-4933-96FB-BAC0A42B960A}" dt="2025-11-05T10:01:28.647" v="868" actId="313"/>
          <ac:spMkLst>
            <pc:docMk/>
            <pc:sldMk cId="3231961042" sldId="4441"/>
            <ac:spMk id="5" creationId="{8810F815-B10F-C63D-9EAD-AF0D56FDD3BF}"/>
          </ac:spMkLst>
        </pc:spChg>
      </pc:sldChg>
      <pc:sldChg chg="modSp add mod">
        <pc:chgData name="Milan Sharma" userId="9f66ed0f-8929-458f-b319-3ddc3b792794" providerId="ADAL" clId="{3FB79AAE-34C4-4933-96FB-BAC0A42B960A}" dt="2025-11-05T10:01:29.335" v="869" actId="313"/>
        <pc:sldMkLst>
          <pc:docMk/>
          <pc:sldMk cId="1604894533" sldId="4442"/>
        </pc:sldMkLst>
        <pc:spChg chg="mod">
          <ac:chgData name="Milan Sharma" userId="9f66ed0f-8929-458f-b319-3ddc3b792794" providerId="ADAL" clId="{3FB79AAE-34C4-4933-96FB-BAC0A42B960A}" dt="2025-11-05T10:01:29.335" v="869" actId="313"/>
          <ac:spMkLst>
            <pc:docMk/>
            <pc:sldMk cId="1604894533" sldId="4442"/>
            <ac:spMk id="5" creationId="{C1ECEB3F-6219-31F7-4378-BE4347791592}"/>
          </ac:spMkLst>
        </pc:spChg>
      </pc:sldChg>
      <pc:sldChg chg="modSp add mod">
        <pc:chgData name="Milan Sharma" userId="9f66ed0f-8929-458f-b319-3ddc3b792794" providerId="ADAL" clId="{3FB79AAE-34C4-4933-96FB-BAC0A42B960A}" dt="2025-11-05T10:01:30.039" v="870" actId="313"/>
        <pc:sldMkLst>
          <pc:docMk/>
          <pc:sldMk cId="1577015354" sldId="4443"/>
        </pc:sldMkLst>
        <pc:spChg chg="mod">
          <ac:chgData name="Milan Sharma" userId="9f66ed0f-8929-458f-b319-3ddc3b792794" providerId="ADAL" clId="{3FB79AAE-34C4-4933-96FB-BAC0A42B960A}" dt="2025-11-05T10:01:30.039" v="870" actId="313"/>
          <ac:spMkLst>
            <pc:docMk/>
            <pc:sldMk cId="1577015354" sldId="4443"/>
            <ac:spMk id="5" creationId="{36719F40-EAE6-5B31-9BA6-95A9AAF6E611}"/>
          </ac:spMkLst>
        </pc:spChg>
      </pc:sldChg>
      <pc:sldChg chg="modSp add mod">
        <pc:chgData name="Milan Sharma" userId="9f66ed0f-8929-458f-b319-3ddc3b792794" providerId="ADAL" clId="{3FB79AAE-34C4-4933-96FB-BAC0A42B960A}" dt="2025-11-05T10:01:30.816" v="871" actId="313"/>
        <pc:sldMkLst>
          <pc:docMk/>
          <pc:sldMk cId="769183945" sldId="4444"/>
        </pc:sldMkLst>
        <pc:spChg chg="mod">
          <ac:chgData name="Milan Sharma" userId="9f66ed0f-8929-458f-b319-3ddc3b792794" providerId="ADAL" clId="{3FB79AAE-34C4-4933-96FB-BAC0A42B960A}" dt="2025-11-05T10:01:30.816" v="871" actId="313"/>
          <ac:spMkLst>
            <pc:docMk/>
            <pc:sldMk cId="769183945" sldId="4444"/>
            <ac:spMk id="5" creationId="{7D9CFB82-23D9-5221-0A3E-4D553A6E4CE1}"/>
          </ac:spMkLst>
        </pc:spChg>
      </pc:sldChg>
      <pc:sldChg chg="modSp add mod">
        <pc:chgData name="Milan Sharma" userId="9f66ed0f-8929-458f-b319-3ddc3b792794" providerId="ADAL" clId="{3FB79AAE-34C4-4933-96FB-BAC0A42B960A}" dt="2025-11-05T10:01:31.505" v="872" actId="313"/>
        <pc:sldMkLst>
          <pc:docMk/>
          <pc:sldMk cId="1982825849" sldId="4445"/>
        </pc:sldMkLst>
        <pc:spChg chg="mod">
          <ac:chgData name="Milan Sharma" userId="9f66ed0f-8929-458f-b319-3ddc3b792794" providerId="ADAL" clId="{3FB79AAE-34C4-4933-96FB-BAC0A42B960A}" dt="2025-11-05T10:01:31.505" v="872" actId="313"/>
          <ac:spMkLst>
            <pc:docMk/>
            <pc:sldMk cId="1982825849" sldId="4445"/>
            <ac:spMk id="5" creationId="{98183D8E-71B7-3C54-277A-A6E44E55B6F5}"/>
          </ac:spMkLst>
        </pc:spChg>
      </pc:sldChg>
      <pc:sldChg chg="modSp add mod">
        <pc:chgData name="Milan Sharma" userId="9f66ed0f-8929-458f-b319-3ddc3b792794" providerId="ADAL" clId="{3FB79AAE-34C4-4933-96FB-BAC0A42B960A}" dt="2025-11-05T10:01:32.579" v="873" actId="313"/>
        <pc:sldMkLst>
          <pc:docMk/>
          <pc:sldMk cId="3399388349" sldId="4446"/>
        </pc:sldMkLst>
        <pc:spChg chg="mod">
          <ac:chgData name="Milan Sharma" userId="9f66ed0f-8929-458f-b319-3ddc3b792794" providerId="ADAL" clId="{3FB79AAE-34C4-4933-96FB-BAC0A42B960A}" dt="2025-11-05T10:01:32.579" v="873" actId="313"/>
          <ac:spMkLst>
            <pc:docMk/>
            <pc:sldMk cId="3399388349" sldId="4446"/>
            <ac:spMk id="5" creationId="{7E3EF5C0-711B-AE41-C852-D103CEA26376}"/>
          </ac:spMkLst>
        </pc:spChg>
      </pc:sldChg>
      <pc:sldChg chg="modSp add mod">
        <pc:chgData name="Milan Sharma" userId="9f66ed0f-8929-458f-b319-3ddc3b792794" providerId="ADAL" clId="{3FB79AAE-34C4-4933-96FB-BAC0A42B960A}" dt="2025-11-05T10:01:33.333" v="874" actId="313"/>
        <pc:sldMkLst>
          <pc:docMk/>
          <pc:sldMk cId="2537425056" sldId="4447"/>
        </pc:sldMkLst>
        <pc:spChg chg="mod">
          <ac:chgData name="Milan Sharma" userId="9f66ed0f-8929-458f-b319-3ddc3b792794" providerId="ADAL" clId="{3FB79AAE-34C4-4933-96FB-BAC0A42B960A}" dt="2025-11-05T10:01:33.333" v="874" actId="313"/>
          <ac:spMkLst>
            <pc:docMk/>
            <pc:sldMk cId="2537425056" sldId="4447"/>
            <ac:spMk id="5" creationId="{23C27058-5F1B-8942-F97A-162342C283A6}"/>
          </ac:spMkLst>
        </pc:spChg>
      </pc:sldChg>
      <pc:sldChg chg="modSp add mod">
        <pc:chgData name="Milan Sharma" userId="9f66ed0f-8929-458f-b319-3ddc3b792794" providerId="ADAL" clId="{3FB79AAE-34C4-4933-96FB-BAC0A42B960A}" dt="2025-11-05T10:01:34.061" v="875" actId="313"/>
        <pc:sldMkLst>
          <pc:docMk/>
          <pc:sldMk cId="1219416147" sldId="4448"/>
        </pc:sldMkLst>
        <pc:spChg chg="mod">
          <ac:chgData name="Milan Sharma" userId="9f66ed0f-8929-458f-b319-3ddc3b792794" providerId="ADAL" clId="{3FB79AAE-34C4-4933-96FB-BAC0A42B960A}" dt="2025-11-05T10:01:34.061" v="875" actId="313"/>
          <ac:spMkLst>
            <pc:docMk/>
            <pc:sldMk cId="1219416147" sldId="4448"/>
            <ac:spMk id="5" creationId="{1FB9E2B4-2522-03DA-5EC5-F7A51EDC46E2}"/>
          </ac:spMkLst>
        </pc:spChg>
      </pc:sldChg>
      <pc:sldChg chg="modSp add mod">
        <pc:chgData name="Milan Sharma" userId="9f66ed0f-8929-458f-b319-3ddc3b792794" providerId="ADAL" clId="{3FB79AAE-34C4-4933-96FB-BAC0A42B960A}" dt="2025-11-05T10:01:34.843" v="876" actId="313"/>
        <pc:sldMkLst>
          <pc:docMk/>
          <pc:sldMk cId="2705752516" sldId="4449"/>
        </pc:sldMkLst>
        <pc:spChg chg="mod">
          <ac:chgData name="Milan Sharma" userId="9f66ed0f-8929-458f-b319-3ddc3b792794" providerId="ADAL" clId="{3FB79AAE-34C4-4933-96FB-BAC0A42B960A}" dt="2025-11-05T10:01:34.843" v="876" actId="313"/>
          <ac:spMkLst>
            <pc:docMk/>
            <pc:sldMk cId="2705752516" sldId="4449"/>
            <ac:spMk id="5" creationId="{461BB3DF-BB24-CABC-9C49-6945D3491857}"/>
          </ac:spMkLst>
        </pc:spChg>
      </pc:sldChg>
      <pc:sldChg chg="modSp add mod">
        <pc:chgData name="Milan Sharma" userId="9f66ed0f-8929-458f-b319-3ddc3b792794" providerId="ADAL" clId="{3FB79AAE-34C4-4933-96FB-BAC0A42B960A}" dt="2025-11-05T10:01:35.533" v="877" actId="313"/>
        <pc:sldMkLst>
          <pc:docMk/>
          <pc:sldMk cId="4030631290" sldId="4450"/>
        </pc:sldMkLst>
        <pc:spChg chg="mod">
          <ac:chgData name="Milan Sharma" userId="9f66ed0f-8929-458f-b319-3ddc3b792794" providerId="ADAL" clId="{3FB79AAE-34C4-4933-96FB-BAC0A42B960A}" dt="2025-11-05T10:01:35.533" v="877" actId="313"/>
          <ac:spMkLst>
            <pc:docMk/>
            <pc:sldMk cId="4030631290" sldId="4450"/>
            <ac:spMk id="5" creationId="{5CFF7349-F22D-5826-7D32-3358A4CC6341}"/>
          </ac:spMkLst>
        </pc:spChg>
      </pc:sldChg>
      <pc:sldChg chg="modSp add mod">
        <pc:chgData name="Milan Sharma" userId="9f66ed0f-8929-458f-b319-3ddc3b792794" providerId="ADAL" clId="{3FB79AAE-34C4-4933-96FB-BAC0A42B960A}" dt="2025-11-05T11:18:17.061" v="1764" actId="20577"/>
        <pc:sldMkLst>
          <pc:docMk/>
          <pc:sldMk cId="688939920" sldId="4451"/>
        </pc:sldMkLst>
        <pc:spChg chg="mod">
          <ac:chgData name="Milan Sharma" userId="9f66ed0f-8929-458f-b319-3ddc3b792794" providerId="ADAL" clId="{3FB79AAE-34C4-4933-96FB-BAC0A42B960A}" dt="2025-11-05T11:18:17.061" v="1764" actId="20577"/>
          <ac:spMkLst>
            <pc:docMk/>
            <pc:sldMk cId="688939920" sldId="4451"/>
            <ac:spMk id="8" creationId="{C502663D-BFF8-CFB2-5F24-7466F7401AFC}"/>
          </ac:spMkLst>
        </pc:spChg>
      </pc:sldChg>
      <pc:sldChg chg="modSp add mod">
        <pc:chgData name="Milan Sharma" userId="9f66ed0f-8929-458f-b319-3ddc3b792794" providerId="ADAL" clId="{3FB79AAE-34C4-4933-96FB-BAC0A42B960A}" dt="2025-11-05T11:18:24.324" v="1766" actId="20577"/>
        <pc:sldMkLst>
          <pc:docMk/>
          <pc:sldMk cId="890112513" sldId="4452"/>
        </pc:sldMkLst>
        <pc:spChg chg="mod">
          <ac:chgData name="Milan Sharma" userId="9f66ed0f-8929-458f-b319-3ddc3b792794" providerId="ADAL" clId="{3FB79AAE-34C4-4933-96FB-BAC0A42B960A}" dt="2025-11-05T11:18:24.324" v="1766" actId="20577"/>
          <ac:spMkLst>
            <pc:docMk/>
            <pc:sldMk cId="890112513" sldId="4452"/>
            <ac:spMk id="8" creationId="{4223F336-05AE-33F8-1127-DC6FC6E0B28E}"/>
          </ac:spMkLst>
        </pc:spChg>
      </pc:sldChg>
      <pc:sldChg chg="modSp add mod">
        <pc:chgData name="Milan Sharma" userId="9f66ed0f-8929-458f-b319-3ddc3b792794" providerId="ADAL" clId="{3FB79AAE-34C4-4933-96FB-BAC0A42B960A}" dt="2025-11-05T10:04:27.269" v="973" actId="113"/>
        <pc:sldMkLst>
          <pc:docMk/>
          <pc:sldMk cId="1722560592" sldId="4453"/>
        </pc:sldMkLst>
        <pc:spChg chg="mod">
          <ac:chgData name="Milan Sharma" userId="9f66ed0f-8929-458f-b319-3ddc3b792794" providerId="ADAL" clId="{3FB79AAE-34C4-4933-96FB-BAC0A42B960A}" dt="2025-11-05T10:03:34.451" v="939" actId="20577"/>
          <ac:spMkLst>
            <pc:docMk/>
            <pc:sldMk cId="1722560592" sldId="4453"/>
            <ac:spMk id="3" creationId="{E9808535-E76B-BF77-81C3-60CDBC2A330C}"/>
          </ac:spMkLst>
        </pc:spChg>
        <pc:graphicFrameChg chg="mod modGraphic">
          <ac:chgData name="Milan Sharma" userId="9f66ed0f-8929-458f-b319-3ddc3b792794" providerId="ADAL" clId="{3FB79AAE-34C4-4933-96FB-BAC0A42B960A}" dt="2025-11-05T10:04:27.269" v="973" actId="113"/>
          <ac:graphicFrameMkLst>
            <pc:docMk/>
            <pc:sldMk cId="1722560592" sldId="4453"/>
            <ac:graphicFrameMk id="9" creationId="{20C0085A-BA5D-0275-4F4B-08781C3C5295}"/>
          </ac:graphicFrameMkLst>
        </pc:graphicFrameChg>
      </pc:sldChg>
      <pc:sldChg chg="addSp modSp add mod">
        <pc:chgData name="Milan Sharma" userId="9f66ed0f-8929-458f-b319-3ddc3b792794" providerId="ADAL" clId="{3FB79AAE-34C4-4933-96FB-BAC0A42B960A}" dt="2025-11-05T10:05:08.723" v="989"/>
        <pc:sldMkLst>
          <pc:docMk/>
          <pc:sldMk cId="2274568272" sldId="4454"/>
        </pc:sldMkLst>
        <pc:spChg chg="mod">
          <ac:chgData name="Milan Sharma" userId="9f66ed0f-8929-458f-b319-3ddc3b792794" providerId="ADAL" clId="{3FB79AAE-34C4-4933-96FB-BAC0A42B960A}" dt="2025-11-05T10:03:41.127" v="949" actId="20577"/>
          <ac:spMkLst>
            <pc:docMk/>
            <pc:sldMk cId="2274568272" sldId="4454"/>
            <ac:spMk id="3" creationId="{F2809A14-4CCB-9BDB-4D7B-73C4B42B2BFA}"/>
          </ac:spMkLst>
        </pc:spChg>
        <pc:graphicFrameChg chg="mod modGraphic">
          <ac:chgData name="Milan Sharma" userId="9f66ed0f-8929-458f-b319-3ddc3b792794" providerId="ADAL" clId="{3FB79AAE-34C4-4933-96FB-BAC0A42B960A}" dt="2025-11-05T10:04:47.769" v="988" actId="12789"/>
          <ac:graphicFrameMkLst>
            <pc:docMk/>
            <pc:sldMk cId="2274568272" sldId="4454"/>
            <ac:graphicFrameMk id="2" creationId="{39B2364F-6147-9274-2A9C-84CC5B6A6B84}"/>
          </ac:graphicFrameMkLst>
        </pc:graphicFrameChg>
        <pc:graphicFrameChg chg="add mod">
          <ac:chgData name="Milan Sharma" userId="9f66ed0f-8929-458f-b319-3ddc3b792794" providerId="ADAL" clId="{3FB79AAE-34C4-4933-96FB-BAC0A42B960A}" dt="2025-11-05T10:05:08.723" v="989"/>
          <ac:graphicFrameMkLst>
            <pc:docMk/>
            <pc:sldMk cId="2274568272" sldId="4454"/>
            <ac:graphicFrameMk id="7" creationId="{64CA2E14-9951-AC46-1088-66781D2C18B7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7:27.170" v="1477" actId="2062"/>
        <pc:sldMkLst>
          <pc:docMk/>
          <pc:sldMk cId="3099196094" sldId="4455"/>
        </pc:sldMkLst>
        <pc:spChg chg="mod">
          <ac:chgData name="Milan Sharma" userId="9f66ed0f-8929-458f-b319-3ddc3b792794" providerId="ADAL" clId="{3FB79AAE-34C4-4933-96FB-BAC0A42B960A}" dt="2025-11-05T10:08:31.783" v="1087" actId="27636"/>
          <ac:spMkLst>
            <pc:docMk/>
            <pc:sldMk cId="3099196094" sldId="4455"/>
            <ac:spMk id="5" creationId="{B6C3E160-2324-A19A-9697-020038778509}"/>
          </ac:spMkLst>
        </pc:spChg>
        <pc:graphicFrameChg chg="del">
          <ac:chgData name="Milan Sharma" userId="9f66ed0f-8929-458f-b319-3ddc3b792794" providerId="ADAL" clId="{3FB79AAE-34C4-4933-96FB-BAC0A42B960A}" dt="2025-11-05T10:05:15.423" v="991" actId="478"/>
          <ac:graphicFrameMkLst>
            <pc:docMk/>
            <pc:sldMk cId="3099196094" sldId="4455"/>
            <ac:graphicFrameMk id="2" creationId="{48757356-5A22-B44B-72BF-4B8AD3D2F0AB}"/>
          </ac:graphicFrameMkLst>
        </pc:graphicFrameChg>
        <pc:graphicFrameChg chg="add mod modGraphic">
          <ac:chgData name="Milan Sharma" userId="9f66ed0f-8929-458f-b319-3ddc3b792794" providerId="ADAL" clId="{3FB79AAE-34C4-4933-96FB-BAC0A42B960A}" dt="2025-11-05T10:27:27.170" v="1477" actId="2062"/>
          <ac:graphicFrameMkLst>
            <pc:docMk/>
            <pc:sldMk cId="3099196094" sldId="4455"/>
            <ac:graphicFrameMk id="7" creationId="{E27CE03C-B270-5366-7D1C-51BF11684986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7:32.316" v="1478" actId="2062"/>
        <pc:sldMkLst>
          <pc:docMk/>
          <pc:sldMk cId="3204721832" sldId="4456"/>
        </pc:sldMkLst>
        <pc:spChg chg="mod">
          <ac:chgData name="Milan Sharma" userId="9f66ed0f-8929-458f-b319-3ddc3b792794" providerId="ADAL" clId="{3FB79AAE-34C4-4933-96FB-BAC0A42B960A}" dt="2025-11-05T10:08:59.455" v="1108" actId="20577"/>
          <ac:spMkLst>
            <pc:docMk/>
            <pc:sldMk cId="3204721832" sldId="4456"/>
            <ac:spMk id="5" creationId="{BE2EAD79-A085-D41F-A4BB-E444FC0CCE77}"/>
          </ac:spMkLst>
        </pc:spChg>
        <pc:graphicFrameChg chg="add mod modGraphic">
          <ac:chgData name="Milan Sharma" userId="9f66ed0f-8929-458f-b319-3ddc3b792794" providerId="ADAL" clId="{3FB79AAE-34C4-4933-96FB-BAC0A42B960A}" dt="2025-11-05T10:27:32.316" v="1478" actId="2062"/>
          <ac:graphicFrameMkLst>
            <pc:docMk/>
            <pc:sldMk cId="3204721832" sldId="4456"/>
            <ac:graphicFrameMk id="2" creationId="{743837C8-18EE-C1CC-9FCF-FB40EEF7F2D2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04.619" v="1150" actId="478"/>
          <ac:graphicFrameMkLst>
            <pc:docMk/>
            <pc:sldMk cId="3204721832" sldId="4456"/>
            <ac:graphicFrameMk id="7" creationId="{4D398ECB-6E25-09FA-F45C-10958E0A9477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8:05.943" v="1479"/>
        <pc:sldMkLst>
          <pc:docMk/>
          <pc:sldMk cId="1996829863" sldId="4457"/>
        </pc:sldMkLst>
        <pc:spChg chg="mod">
          <ac:chgData name="Milan Sharma" userId="9f66ed0f-8929-458f-b319-3ddc3b792794" providerId="ADAL" clId="{3FB79AAE-34C4-4933-96FB-BAC0A42B960A}" dt="2025-11-05T10:09:03.378" v="1110" actId="20577"/>
          <ac:spMkLst>
            <pc:docMk/>
            <pc:sldMk cId="1996829863" sldId="4457"/>
            <ac:spMk id="5" creationId="{8B3E2700-C991-4E69-AA30-0117BF72656C}"/>
          </ac:spMkLst>
        </pc:spChg>
        <pc:graphicFrameChg chg="add mod modGraphic">
          <ac:chgData name="Milan Sharma" userId="9f66ed0f-8929-458f-b319-3ddc3b792794" providerId="ADAL" clId="{3FB79AAE-34C4-4933-96FB-BAC0A42B960A}" dt="2025-11-05T10:28:05.943" v="1479"/>
          <ac:graphicFrameMkLst>
            <pc:docMk/>
            <pc:sldMk cId="1996829863" sldId="4457"/>
            <ac:graphicFrameMk id="2" creationId="{EB0C53EF-6F87-FBF9-8EFF-CCCC9010495A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08.263" v="1152" actId="478"/>
          <ac:graphicFrameMkLst>
            <pc:docMk/>
            <pc:sldMk cId="1996829863" sldId="4457"/>
            <ac:graphicFrameMk id="7" creationId="{350F113F-58A7-1BBF-E643-7DD736D1CB80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8:42.201" v="1483"/>
        <pc:sldMkLst>
          <pc:docMk/>
          <pc:sldMk cId="3809216744" sldId="4458"/>
        </pc:sldMkLst>
        <pc:spChg chg="mod">
          <ac:chgData name="Milan Sharma" userId="9f66ed0f-8929-458f-b319-3ddc3b792794" providerId="ADAL" clId="{3FB79AAE-34C4-4933-96FB-BAC0A42B960A}" dt="2025-11-05T10:09:07.468" v="1112" actId="20577"/>
          <ac:spMkLst>
            <pc:docMk/>
            <pc:sldMk cId="3809216744" sldId="4458"/>
            <ac:spMk id="5" creationId="{529AC7A4-7500-B55E-01F0-D9A4246380FA}"/>
          </ac:spMkLst>
        </pc:spChg>
        <pc:graphicFrameChg chg="add mod modGraphic">
          <ac:chgData name="Milan Sharma" userId="9f66ed0f-8929-458f-b319-3ddc3b792794" providerId="ADAL" clId="{3FB79AAE-34C4-4933-96FB-BAC0A42B960A}" dt="2025-11-05T10:28:42.201" v="1483"/>
          <ac:graphicFrameMkLst>
            <pc:docMk/>
            <pc:sldMk cId="3809216744" sldId="4458"/>
            <ac:graphicFrameMk id="2" creationId="{F1D3FD3F-01CC-8884-E66A-406C6B413AC7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11.843" v="1154" actId="478"/>
          <ac:graphicFrameMkLst>
            <pc:docMk/>
            <pc:sldMk cId="3809216744" sldId="4458"/>
            <ac:graphicFrameMk id="7" creationId="{274F4CE1-5384-19B2-48F4-BE095A901289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8:52.104" v="1484"/>
        <pc:sldMkLst>
          <pc:docMk/>
          <pc:sldMk cId="1001403218" sldId="4459"/>
        </pc:sldMkLst>
        <pc:spChg chg="mod">
          <ac:chgData name="Milan Sharma" userId="9f66ed0f-8929-458f-b319-3ddc3b792794" providerId="ADAL" clId="{3FB79AAE-34C4-4933-96FB-BAC0A42B960A}" dt="2025-11-05T10:09:44.739" v="1116" actId="20577"/>
          <ac:spMkLst>
            <pc:docMk/>
            <pc:sldMk cId="1001403218" sldId="4459"/>
            <ac:spMk id="5" creationId="{5D2AEE76-4CC4-4C82-1092-06F22685C867}"/>
          </ac:spMkLst>
        </pc:spChg>
        <pc:graphicFrameChg chg="add mod modGraphic">
          <ac:chgData name="Milan Sharma" userId="9f66ed0f-8929-458f-b319-3ddc3b792794" providerId="ADAL" clId="{3FB79AAE-34C4-4933-96FB-BAC0A42B960A}" dt="2025-11-05T10:28:52.104" v="1484"/>
          <ac:graphicFrameMkLst>
            <pc:docMk/>
            <pc:sldMk cId="1001403218" sldId="4459"/>
            <ac:graphicFrameMk id="2" creationId="{6D897A48-8248-875C-F4A0-E7AB0E324BEA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15.205" v="1156" actId="478"/>
          <ac:graphicFrameMkLst>
            <pc:docMk/>
            <pc:sldMk cId="1001403218" sldId="4459"/>
            <ac:graphicFrameMk id="7" creationId="{63585647-A45B-1BDB-E4A8-1AD91981489B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9:02.845" v="1485"/>
        <pc:sldMkLst>
          <pc:docMk/>
          <pc:sldMk cId="4085462525" sldId="4460"/>
        </pc:sldMkLst>
        <pc:spChg chg="mod">
          <ac:chgData name="Milan Sharma" userId="9f66ed0f-8929-458f-b319-3ddc3b792794" providerId="ADAL" clId="{3FB79AAE-34C4-4933-96FB-BAC0A42B960A}" dt="2025-11-05T10:09:48.037" v="1118" actId="20577"/>
          <ac:spMkLst>
            <pc:docMk/>
            <pc:sldMk cId="4085462525" sldId="4460"/>
            <ac:spMk id="5" creationId="{92B216B4-FAC6-C54D-1941-F4B1381E8A84}"/>
          </ac:spMkLst>
        </pc:spChg>
        <pc:graphicFrameChg chg="add mod modGraphic">
          <ac:chgData name="Milan Sharma" userId="9f66ed0f-8929-458f-b319-3ddc3b792794" providerId="ADAL" clId="{3FB79AAE-34C4-4933-96FB-BAC0A42B960A}" dt="2025-11-05T10:29:02.845" v="1485"/>
          <ac:graphicFrameMkLst>
            <pc:docMk/>
            <pc:sldMk cId="4085462525" sldId="4460"/>
            <ac:graphicFrameMk id="2" creationId="{05162389-F98E-598A-0693-298A29580C3A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19.064" v="1158" actId="478"/>
          <ac:graphicFrameMkLst>
            <pc:docMk/>
            <pc:sldMk cId="4085462525" sldId="4460"/>
            <ac:graphicFrameMk id="7" creationId="{62BC28D7-AAF2-26E7-57A7-527802DC26A9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9:12.964" v="1486"/>
        <pc:sldMkLst>
          <pc:docMk/>
          <pc:sldMk cId="3399309206" sldId="4461"/>
        </pc:sldMkLst>
        <pc:spChg chg="mod">
          <ac:chgData name="Milan Sharma" userId="9f66ed0f-8929-458f-b319-3ddc3b792794" providerId="ADAL" clId="{3FB79AAE-34C4-4933-96FB-BAC0A42B960A}" dt="2025-11-05T10:09:51.773" v="1120" actId="20577"/>
          <ac:spMkLst>
            <pc:docMk/>
            <pc:sldMk cId="3399309206" sldId="4461"/>
            <ac:spMk id="5" creationId="{CA656F48-92EC-2022-7750-FBD77B7456ED}"/>
          </ac:spMkLst>
        </pc:spChg>
        <pc:graphicFrameChg chg="add mod modGraphic">
          <ac:chgData name="Milan Sharma" userId="9f66ed0f-8929-458f-b319-3ddc3b792794" providerId="ADAL" clId="{3FB79AAE-34C4-4933-96FB-BAC0A42B960A}" dt="2025-11-05T10:29:12.964" v="1486"/>
          <ac:graphicFrameMkLst>
            <pc:docMk/>
            <pc:sldMk cId="3399309206" sldId="4461"/>
            <ac:graphicFrameMk id="2" creationId="{D42D4E0D-2562-6BE0-24D7-4D6251ABE101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22.591" v="1160" actId="478"/>
          <ac:graphicFrameMkLst>
            <pc:docMk/>
            <pc:sldMk cId="3399309206" sldId="4461"/>
            <ac:graphicFrameMk id="7" creationId="{5713DB7E-71CC-CFC9-D33A-350EA259A50E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9:23.861" v="1487"/>
        <pc:sldMkLst>
          <pc:docMk/>
          <pc:sldMk cId="2501847169" sldId="4462"/>
        </pc:sldMkLst>
        <pc:spChg chg="mod">
          <ac:chgData name="Milan Sharma" userId="9f66ed0f-8929-458f-b319-3ddc3b792794" providerId="ADAL" clId="{3FB79AAE-34C4-4933-96FB-BAC0A42B960A}" dt="2025-11-05T10:09:55.163" v="1122" actId="20577"/>
          <ac:spMkLst>
            <pc:docMk/>
            <pc:sldMk cId="2501847169" sldId="4462"/>
            <ac:spMk id="5" creationId="{3DA8872E-5A96-698B-176E-A466C261371B}"/>
          </ac:spMkLst>
        </pc:spChg>
        <pc:graphicFrameChg chg="add mod modGraphic">
          <ac:chgData name="Milan Sharma" userId="9f66ed0f-8929-458f-b319-3ddc3b792794" providerId="ADAL" clId="{3FB79AAE-34C4-4933-96FB-BAC0A42B960A}" dt="2025-11-05T10:29:23.861" v="1487"/>
          <ac:graphicFrameMkLst>
            <pc:docMk/>
            <pc:sldMk cId="2501847169" sldId="4462"/>
            <ac:graphicFrameMk id="2" creationId="{DDEEBCC9-043E-6A03-30D7-D2994DA4AECA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26.821" v="1162" actId="478"/>
          <ac:graphicFrameMkLst>
            <pc:docMk/>
            <pc:sldMk cId="2501847169" sldId="4462"/>
            <ac:graphicFrameMk id="7" creationId="{922BAA0A-DFF7-D134-2C60-54152A0625C3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9:35.961" v="1488"/>
        <pc:sldMkLst>
          <pc:docMk/>
          <pc:sldMk cId="3380179456" sldId="4463"/>
        </pc:sldMkLst>
        <pc:spChg chg="mod">
          <ac:chgData name="Milan Sharma" userId="9f66ed0f-8929-458f-b319-3ddc3b792794" providerId="ADAL" clId="{3FB79AAE-34C4-4933-96FB-BAC0A42B960A}" dt="2025-11-05T10:09:59.408" v="1124" actId="20577"/>
          <ac:spMkLst>
            <pc:docMk/>
            <pc:sldMk cId="3380179456" sldId="4463"/>
            <ac:spMk id="5" creationId="{7EB6E92C-14A3-4588-DE47-B4DEE1A63DFE}"/>
          </ac:spMkLst>
        </pc:spChg>
        <pc:graphicFrameChg chg="add mod modGraphic">
          <ac:chgData name="Milan Sharma" userId="9f66ed0f-8929-458f-b319-3ddc3b792794" providerId="ADAL" clId="{3FB79AAE-34C4-4933-96FB-BAC0A42B960A}" dt="2025-11-05T10:29:35.961" v="1488"/>
          <ac:graphicFrameMkLst>
            <pc:docMk/>
            <pc:sldMk cId="3380179456" sldId="4463"/>
            <ac:graphicFrameMk id="2" creationId="{1F4C0B0D-5DEB-3800-21B7-0F8718CCCFA8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30.547" v="1164" actId="478"/>
          <ac:graphicFrameMkLst>
            <pc:docMk/>
            <pc:sldMk cId="3380179456" sldId="4463"/>
            <ac:graphicFrameMk id="7" creationId="{618027CB-CB03-5542-2B75-3DA88E28BEDD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9:47.197" v="1489"/>
        <pc:sldMkLst>
          <pc:docMk/>
          <pc:sldMk cId="2511484501" sldId="4464"/>
        </pc:sldMkLst>
        <pc:spChg chg="mod">
          <ac:chgData name="Milan Sharma" userId="9f66ed0f-8929-458f-b319-3ddc3b792794" providerId="ADAL" clId="{3FB79AAE-34C4-4933-96FB-BAC0A42B960A}" dt="2025-11-05T10:10:03.142" v="1127" actId="20577"/>
          <ac:spMkLst>
            <pc:docMk/>
            <pc:sldMk cId="2511484501" sldId="4464"/>
            <ac:spMk id="5" creationId="{A3406E2F-4319-17D4-6428-DA2CC261ED7E}"/>
          </ac:spMkLst>
        </pc:spChg>
        <pc:graphicFrameChg chg="add mod modGraphic">
          <ac:chgData name="Milan Sharma" userId="9f66ed0f-8929-458f-b319-3ddc3b792794" providerId="ADAL" clId="{3FB79AAE-34C4-4933-96FB-BAC0A42B960A}" dt="2025-11-05T10:29:47.197" v="1489"/>
          <ac:graphicFrameMkLst>
            <pc:docMk/>
            <pc:sldMk cId="2511484501" sldId="4464"/>
            <ac:graphicFrameMk id="2" creationId="{94AF1563-28FF-8FC0-C083-1310E9313D1B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34.563" v="1166" actId="478"/>
          <ac:graphicFrameMkLst>
            <pc:docMk/>
            <pc:sldMk cId="2511484501" sldId="4464"/>
            <ac:graphicFrameMk id="7" creationId="{ACEA9BE3-4905-1B05-4776-25F676AC0879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1:15.784" v="1503" actId="108"/>
        <pc:sldMkLst>
          <pc:docMk/>
          <pc:sldMk cId="3300446699" sldId="4465"/>
        </pc:sldMkLst>
        <pc:spChg chg="mod">
          <ac:chgData name="Milan Sharma" userId="9f66ed0f-8929-458f-b319-3ddc3b792794" providerId="ADAL" clId="{3FB79AAE-34C4-4933-96FB-BAC0A42B960A}" dt="2025-11-05T10:10:06.229" v="1128" actId="20577"/>
          <ac:spMkLst>
            <pc:docMk/>
            <pc:sldMk cId="3300446699" sldId="4465"/>
            <ac:spMk id="5" creationId="{FE225C75-9348-9C12-C323-008BCA05ED92}"/>
          </ac:spMkLst>
        </pc:spChg>
        <pc:graphicFrameChg chg="add mod modGraphic">
          <ac:chgData name="Milan Sharma" userId="9f66ed0f-8929-458f-b319-3ddc3b792794" providerId="ADAL" clId="{3FB79AAE-34C4-4933-96FB-BAC0A42B960A}" dt="2025-11-05T10:31:15.784" v="1503" actId="108"/>
          <ac:graphicFrameMkLst>
            <pc:docMk/>
            <pc:sldMk cId="3300446699" sldId="4465"/>
            <ac:graphicFrameMk id="2" creationId="{72C6C674-BD65-42DC-2595-E1925D063A57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38.154" v="1168" actId="478"/>
          <ac:graphicFrameMkLst>
            <pc:docMk/>
            <pc:sldMk cId="3300446699" sldId="4465"/>
            <ac:graphicFrameMk id="7" creationId="{0B3DFFC8-968B-8655-2550-050398859AD1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1:29.959" v="1504"/>
        <pc:sldMkLst>
          <pc:docMk/>
          <pc:sldMk cId="3025253980" sldId="4466"/>
        </pc:sldMkLst>
        <pc:spChg chg="mod">
          <ac:chgData name="Milan Sharma" userId="9f66ed0f-8929-458f-b319-3ddc3b792794" providerId="ADAL" clId="{3FB79AAE-34C4-4933-96FB-BAC0A42B960A}" dt="2025-11-05T10:10:09.119" v="1129" actId="20577"/>
          <ac:spMkLst>
            <pc:docMk/>
            <pc:sldMk cId="3025253980" sldId="4466"/>
            <ac:spMk id="5" creationId="{9C72AC2E-2DA9-5EFB-28DC-31BF32D4E281}"/>
          </ac:spMkLst>
        </pc:spChg>
        <pc:graphicFrameChg chg="add mod modGraphic">
          <ac:chgData name="Milan Sharma" userId="9f66ed0f-8929-458f-b319-3ddc3b792794" providerId="ADAL" clId="{3FB79AAE-34C4-4933-96FB-BAC0A42B960A}" dt="2025-11-05T10:31:29.959" v="1504"/>
          <ac:graphicFrameMkLst>
            <pc:docMk/>
            <pc:sldMk cId="3025253980" sldId="4466"/>
            <ac:graphicFrameMk id="2" creationId="{9CAA62BA-5A3F-479D-0068-449FFFA93F27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41.817" v="1170" actId="478"/>
          <ac:graphicFrameMkLst>
            <pc:docMk/>
            <pc:sldMk cId="3025253980" sldId="4466"/>
            <ac:graphicFrameMk id="7" creationId="{E241791C-769C-92A3-30F8-B360D9C35530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1:39.660" v="1505"/>
        <pc:sldMkLst>
          <pc:docMk/>
          <pc:sldMk cId="664542313" sldId="4467"/>
        </pc:sldMkLst>
        <pc:spChg chg="mod">
          <ac:chgData name="Milan Sharma" userId="9f66ed0f-8929-458f-b319-3ddc3b792794" providerId="ADAL" clId="{3FB79AAE-34C4-4933-96FB-BAC0A42B960A}" dt="2025-11-05T10:10:12.981" v="1130" actId="20577"/>
          <ac:spMkLst>
            <pc:docMk/>
            <pc:sldMk cId="664542313" sldId="4467"/>
            <ac:spMk id="5" creationId="{EF8FE5DD-62F6-262D-4933-561FE9F3786E}"/>
          </ac:spMkLst>
        </pc:spChg>
        <pc:graphicFrameChg chg="add mod modGraphic">
          <ac:chgData name="Milan Sharma" userId="9f66ed0f-8929-458f-b319-3ddc3b792794" providerId="ADAL" clId="{3FB79AAE-34C4-4933-96FB-BAC0A42B960A}" dt="2025-11-05T10:31:39.660" v="1505"/>
          <ac:graphicFrameMkLst>
            <pc:docMk/>
            <pc:sldMk cId="664542313" sldId="4467"/>
            <ac:graphicFrameMk id="2" creationId="{A59FA989-C62E-53B4-64DF-C6FF4B1D4BCB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45.906" v="1172" actId="478"/>
          <ac:graphicFrameMkLst>
            <pc:docMk/>
            <pc:sldMk cId="664542313" sldId="4467"/>
            <ac:graphicFrameMk id="7" creationId="{228A8407-859E-2AAC-45AF-1B2D9F23F55E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1:50.190" v="1506"/>
        <pc:sldMkLst>
          <pc:docMk/>
          <pc:sldMk cId="1449886937" sldId="4468"/>
        </pc:sldMkLst>
        <pc:spChg chg="mod">
          <ac:chgData name="Milan Sharma" userId="9f66ed0f-8929-458f-b319-3ddc3b792794" providerId="ADAL" clId="{3FB79AAE-34C4-4933-96FB-BAC0A42B960A}" dt="2025-11-05T10:10:17.430" v="1131" actId="20577"/>
          <ac:spMkLst>
            <pc:docMk/>
            <pc:sldMk cId="1449886937" sldId="4468"/>
            <ac:spMk id="5" creationId="{202580CC-A50C-0C9A-30C5-D9B6354793E4}"/>
          </ac:spMkLst>
        </pc:spChg>
        <pc:graphicFrameChg chg="add mod modGraphic">
          <ac:chgData name="Milan Sharma" userId="9f66ed0f-8929-458f-b319-3ddc3b792794" providerId="ADAL" clId="{3FB79AAE-34C4-4933-96FB-BAC0A42B960A}" dt="2025-11-05T10:31:50.190" v="1506"/>
          <ac:graphicFrameMkLst>
            <pc:docMk/>
            <pc:sldMk cId="1449886937" sldId="4468"/>
            <ac:graphicFrameMk id="2" creationId="{D6AEDA68-1771-2191-4C56-6CD5570C95B1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49.700" v="1174" actId="478"/>
          <ac:graphicFrameMkLst>
            <pc:docMk/>
            <pc:sldMk cId="1449886937" sldId="4468"/>
            <ac:graphicFrameMk id="7" creationId="{D48C234B-9F95-C308-7B47-DF0E9211E536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2:00.426" v="1507"/>
        <pc:sldMkLst>
          <pc:docMk/>
          <pc:sldMk cId="2671200768" sldId="4469"/>
        </pc:sldMkLst>
        <pc:spChg chg="mod">
          <ac:chgData name="Milan Sharma" userId="9f66ed0f-8929-458f-b319-3ddc3b792794" providerId="ADAL" clId="{3FB79AAE-34C4-4933-96FB-BAC0A42B960A}" dt="2025-11-05T10:10:20.809" v="1132" actId="20577"/>
          <ac:spMkLst>
            <pc:docMk/>
            <pc:sldMk cId="2671200768" sldId="4469"/>
            <ac:spMk id="5" creationId="{AC519649-BC19-5A98-5409-B70FCEBB73CE}"/>
          </ac:spMkLst>
        </pc:spChg>
        <pc:graphicFrameChg chg="add mod modGraphic">
          <ac:chgData name="Milan Sharma" userId="9f66ed0f-8929-458f-b319-3ddc3b792794" providerId="ADAL" clId="{3FB79AAE-34C4-4933-96FB-BAC0A42B960A}" dt="2025-11-05T10:32:00.426" v="1507"/>
          <ac:graphicFrameMkLst>
            <pc:docMk/>
            <pc:sldMk cId="2671200768" sldId="4469"/>
            <ac:graphicFrameMk id="2" creationId="{EC8B24EA-2EEC-8768-449A-393216056852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54.981" v="1176" actId="478"/>
          <ac:graphicFrameMkLst>
            <pc:docMk/>
            <pc:sldMk cId="2671200768" sldId="4469"/>
            <ac:graphicFrameMk id="7" creationId="{751B8CCC-CC7A-835F-747F-AD6F7BAEAFB4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2:11.310" v="1508"/>
        <pc:sldMkLst>
          <pc:docMk/>
          <pc:sldMk cId="1632340745" sldId="4470"/>
        </pc:sldMkLst>
        <pc:spChg chg="mod">
          <ac:chgData name="Milan Sharma" userId="9f66ed0f-8929-458f-b319-3ddc3b792794" providerId="ADAL" clId="{3FB79AAE-34C4-4933-96FB-BAC0A42B960A}" dt="2025-11-05T10:10:24.121" v="1133" actId="20577"/>
          <ac:spMkLst>
            <pc:docMk/>
            <pc:sldMk cId="1632340745" sldId="4470"/>
            <ac:spMk id="5" creationId="{0AC3CC1F-1EE0-26E0-A139-29DAC9B21C40}"/>
          </ac:spMkLst>
        </pc:spChg>
        <pc:graphicFrameChg chg="add mod modGraphic">
          <ac:chgData name="Milan Sharma" userId="9f66ed0f-8929-458f-b319-3ddc3b792794" providerId="ADAL" clId="{3FB79AAE-34C4-4933-96FB-BAC0A42B960A}" dt="2025-11-05T10:32:11.310" v="1508"/>
          <ac:graphicFrameMkLst>
            <pc:docMk/>
            <pc:sldMk cId="1632340745" sldId="4470"/>
            <ac:graphicFrameMk id="2" creationId="{B1E26489-534B-1251-D36F-55E1B04CD203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58.920" v="1178" actId="478"/>
          <ac:graphicFrameMkLst>
            <pc:docMk/>
            <pc:sldMk cId="1632340745" sldId="4470"/>
            <ac:graphicFrameMk id="7" creationId="{352A56B0-E385-E7E7-2397-E38C409F178C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2:21.181" v="1509"/>
        <pc:sldMkLst>
          <pc:docMk/>
          <pc:sldMk cId="3200763310" sldId="4471"/>
        </pc:sldMkLst>
        <pc:spChg chg="mod">
          <ac:chgData name="Milan Sharma" userId="9f66ed0f-8929-458f-b319-3ddc3b792794" providerId="ADAL" clId="{3FB79AAE-34C4-4933-96FB-BAC0A42B960A}" dt="2025-11-05T10:10:26.953" v="1134" actId="20577"/>
          <ac:spMkLst>
            <pc:docMk/>
            <pc:sldMk cId="3200763310" sldId="4471"/>
            <ac:spMk id="5" creationId="{B1776E1A-0B1E-3B12-880F-EAE386BBF2AA}"/>
          </ac:spMkLst>
        </pc:spChg>
        <pc:graphicFrameChg chg="add mod modGraphic">
          <ac:chgData name="Milan Sharma" userId="9f66ed0f-8929-458f-b319-3ddc3b792794" providerId="ADAL" clId="{3FB79AAE-34C4-4933-96FB-BAC0A42B960A}" dt="2025-11-05T10:32:21.181" v="1509"/>
          <ac:graphicFrameMkLst>
            <pc:docMk/>
            <pc:sldMk cId="3200763310" sldId="4471"/>
            <ac:graphicFrameMk id="2" creationId="{34711DFE-7328-1868-08EC-49B805C5F155}"/>
          </ac:graphicFrameMkLst>
        </pc:graphicFrameChg>
        <pc:graphicFrameChg chg="del">
          <ac:chgData name="Milan Sharma" userId="9f66ed0f-8929-458f-b319-3ddc3b792794" providerId="ADAL" clId="{3FB79AAE-34C4-4933-96FB-BAC0A42B960A}" dt="2025-11-05T10:12:02.236" v="1180" actId="478"/>
          <ac:graphicFrameMkLst>
            <pc:docMk/>
            <pc:sldMk cId="3200763310" sldId="4471"/>
            <ac:graphicFrameMk id="7" creationId="{E060138C-9E79-608B-4A78-D8F603DDDBC4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2:31.686" v="1510"/>
        <pc:sldMkLst>
          <pc:docMk/>
          <pc:sldMk cId="1548656007" sldId="4472"/>
        </pc:sldMkLst>
        <pc:spChg chg="mod">
          <ac:chgData name="Milan Sharma" userId="9f66ed0f-8929-458f-b319-3ddc3b792794" providerId="ADAL" clId="{3FB79AAE-34C4-4933-96FB-BAC0A42B960A}" dt="2025-11-05T10:10:29.697" v="1135" actId="20577"/>
          <ac:spMkLst>
            <pc:docMk/>
            <pc:sldMk cId="1548656007" sldId="4472"/>
            <ac:spMk id="5" creationId="{4E2DB7BF-772D-5D14-7827-5C4C2F59A1A4}"/>
          </ac:spMkLst>
        </pc:spChg>
        <pc:graphicFrameChg chg="add mod modGraphic">
          <ac:chgData name="Milan Sharma" userId="9f66ed0f-8929-458f-b319-3ddc3b792794" providerId="ADAL" clId="{3FB79AAE-34C4-4933-96FB-BAC0A42B960A}" dt="2025-11-05T10:32:31.686" v="1510"/>
          <ac:graphicFrameMkLst>
            <pc:docMk/>
            <pc:sldMk cId="1548656007" sldId="4472"/>
            <ac:graphicFrameMk id="2" creationId="{8AF8A8C2-F7FC-0B9E-56F1-7A0074B3F77D}"/>
          </ac:graphicFrameMkLst>
        </pc:graphicFrameChg>
        <pc:graphicFrameChg chg="del">
          <ac:chgData name="Milan Sharma" userId="9f66ed0f-8929-458f-b319-3ddc3b792794" providerId="ADAL" clId="{3FB79AAE-34C4-4933-96FB-BAC0A42B960A}" dt="2025-11-05T10:12:05.636" v="1182" actId="478"/>
          <ac:graphicFrameMkLst>
            <pc:docMk/>
            <pc:sldMk cId="1548656007" sldId="4472"/>
            <ac:graphicFrameMk id="7" creationId="{4BABB746-25B4-DD6B-91A6-67BFAD184E30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2:42.444" v="1511"/>
        <pc:sldMkLst>
          <pc:docMk/>
          <pc:sldMk cId="3838036851" sldId="4473"/>
        </pc:sldMkLst>
        <pc:spChg chg="mod">
          <ac:chgData name="Milan Sharma" userId="9f66ed0f-8929-458f-b319-3ddc3b792794" providerId="ADAL" clId="{3FB79AAE-34C4-4933-96FB-BAC0A42B960A}" dt="2025-11-05T10:10:32.915" v="1136" actId="20577"/>
          <ac:spMkLst>
            <pc:docMk/>
            <pc:sldMk cId="3838036851" sldId="4473"/>
            <ac:spMk id="5" creationId="{110C44CD-56C2-6E08-EC63-E7E6A7A923F2}"/>
          </ac:spMkLst>
        </pc:spChg>
        <pc:graphicFrameChg chg="add mod modGraphic">
          <ac:chgData name="Milan Sharma" userId="9f66ed0f-8929-458f-b319-3ddc3b792794" providerId="ADAL" clId="{3FB79AAE-34C4-4933-96FB-BAC0A42B960A}" dt="2025-11-05T10:32:42.444" v="1511"/>
          <ac:graphicFrameMkLst>
            <pc:docMk/>
            <pc:sldMk cId="3838036851" sldId="4473"/>
            <ac:graphicFrameMk id="2" creationId="{9597C6CB-3835-55DB-958C-2631D1EE6C26}"/>
          </ac:graphicFrameMkLst>
        </pc:graphicFrameChg>
        <pc:graphicFrameChg chg="del">
          <ac:chgData name="Milan Sharma" userId="9f66ed0f-8929-458f-b319-3ddc3b792794" providerId="ADAL" clId="{3FB79AAE-34C4-4933-96FB-BAC0A42B960A}" dt="2025-11-05T10:12:09.924" v="1184" actId="478"/>
          <ac:graphicFrameMkLst>
            <pc:docMk/>
            <pc:sldMk cId="3838036851" sldId="4473"/>
            <ac:graphicFrameMk id="7" creationId="{B9B02A80-15C6-AD92-2D1E-8A389E673B66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2:53.814" v="1512"/>
        <pc:sldMkLst>
          <pc:docMk/>
          <pc:sldMk cId="4205208174" sldId="4474"/>
        </pc:sldMkLst>
        <pc:spChg chg="mod">
          <ac:chgData name="Milan Sharma" userId="9f66ed0f-8929-458f-b319-3ddc3b792794" providerId="ADAL" clId="{3FB79AAE-34C4-4933-96FB-BAC0A42B960A}" dt="2025-11-05T10:10:36.236" v="1139" actId="20577"/>
          <ac:spMkLst>
            <pc:docMk/>
            <pc:sldMk cId="4205208174" sldId="4474"/>
            <ac:spMk id="5" creationId="{ADC03969-6A38-BA94-204A-61A8372150A6}"/>
          </ac:spMkLst>
        </pc:spChg>
        <pc:graphicFrameChg chg="add mod modGraphic">
          <ac:chgData name="Milan Sharma" userId="9f66ed0f-8929-458f-b319-3ddc3b792794" providerId="ADAL" clId="{3FB79AAE-34C4-4933-96FB-BAC0A42B960A}" dt="2025-11-05T10:32:53.814" v="1512"/>
          <ac:graphicFrameMkLst>
            <pc:docMk/>
            <pc:sldMk cId="4205208174" sldId="4474"/>
            <ac:graphicFrameMk id="2" creationId="{2198617B-0E3E-8FFD-EF83-806EA5B79B2A}"/>
          </ac:graphicFrameMkLst>
        </pc:graphicFrameChg>
        <pc:graphicFrameChg chg="del">
          <ac:chgData name="Milan Sharma" userId="9f66ed0f-8929-458f-b319-3ddc3b792794" providerId="ADAL" clId="{3FB79AAE-34C4-4933-96FB-BAC0A42B960A}" dt="2025-11-05T10:12:13.451" v="1186" actId="478"/>
          <ac:graphicFrameMkLst>
            <pc:docMk/>
            <pc:sldMk cId="4205208174" sldId="4474"/>
            <ac:graphicFrameMk id="7" creationId="{47542529-4D63-2DA4-587A-77D5BBC3B6F8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3:04.722" v="1513"/>
        <pc:sldMkLst>
          <pc:docMk/>
          <pc:sldMk cId="2774486419" sldId="4475"/>
        </pc:sldMkLst>
        <pc:spChg chg="mod">
          <ac:chgData name="Milan Sharma" userId="9f66ed0f-8929-458f-b319-3ddc3b792794" providerId="ADAL" clId="{3FB79AAE-34C4-4933-96FB-BAC0A42B960A}" dt="2025-11-05T10:10:39.548" v="1140" actId="20577"/>
          <ac:spMkLst>
            <pc:docMk/>
            <pc:sldMk cId="2774486419" sldId="4475"/>
            <ac:spMk id="5" creationId="{BD859979-33D5-41C7-2428-79F5100751E4}"/>
          </ac:spMkLst>
        </pc:spChg>
        <pc:graphicFrameChg chg="add mod modGraphic">
          <ac:chgData name="Milan Sharma" userId="9f66ed0f-8929-458f-b319-3ddc3b792794" providerId="ADAL" clId="{3FB79AAE-34C4-4933-96FB-BAC0A42B960A}" dt="2025-11-05T10:33:04.722" v="1513"/>
          <ac:graphicFrameMkLst>
            <pc:docMk/>
            <pc:sldMk cId="2774486419" sldId="4475"/>
            <ac:graphicFrameMk id="2" creationId="{3E5039A0-7EDC-3102-B27D-419B664491CC}"/>
          </ac:graphicFrameMkLst>
        </pc:graphicFrameChg>
        <pc:graphicFrameChg chg="del">
          <ac:chgData name="Milan Sharma" userId="9f66ed0f-8929-458f-b319-3ddc3b792794" providerId="ADAL" clId="{3FB79AAE-34C4-4933-96FB-BAC0A42B960A}" dt="2025-11-05T10:12:18.354" v="1188" actId="478"/>
          <ac:graphicFrameMkLst>
            <pc:docMk/>
            <pc:sldMk cId="2774486419" sldId="4475"/>
            <ac:graphicFrameMk id="7" creationId="{C46FA4EA-66B5-F5AC-7F70-A38035ED35A9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8:42.228" v="1768" actId="20577"/>
        <pc:sldMkLst>
          <pc:docMk/>
          <pc:sldMk cId="73364836" sldId="4476"/>
        </pc:sldMkLst>
        <pc:spChg chg="mod">
          <ac:chgData name="Milan Sharma" userId="9f66ed0f-8929-458f-b319-3ddc3b792794" providerId="ADAL" clId="{3FB79AAE-34C4-4933-96FB-BAC0A42B960A}" dt="2025-11-05T11:18:42.228" v="1768" actId="20577"/>
          <ac:spMkLst>
            <pc:docMk/>
            <pc:sldMk cId="73364836" sldId="4476"/>
            <ac:spMk id="8" creationId="{0E5276EB-5391-B174-A131-F02C9B21DA73}"/>
          </ac:spMkLst>
        </pc:spChg>
      </pc:sldChg>
      <pc:sldChg chg="modSp add mod">
        <pc:chgData name="Milan Sharma" userId="9f66ed0f-8929-458f-b319-3ddc3b792794" providerId="ADAL" clId="{3FB79AAE-34C4-4933-96FB-BAC0A42B960A}" dt="2025-11-05T11:19:38.635" v="1819" actId="20577"/>
        <pc:sldMkLst>
          <pc:docMk/>
          <pc:sldMk cId="1445108086" sldId="4477"/>
        </pc:sldMkLst>
        <pc:spChg chg="mod">
          <ac:chgData name="Milan Sharma" userId="9f66ed0f-8929-458f-b319-3ddc3b792794" providerId="ADAL" clId="{3FB79AAE-34C4-4933-96FB-BAC0A42B960A}" dt="2025-11-05T11:19:38.635" v="1819" actId="20577"/>
          <ac:spMkLst>
            <pc:docMk/>
            <pc:sldMk cId="1445108086" sldId="4477"/>
            <ac:spMk id="5" creationId="{F7436527-D215-7FAC-1ED2-B1FCAE7C9352}"/>
          </ac:spMkLst>
        </pc:spChg>
        <pc:graphicFrameChg chg="mod modGraphic">
          <ac:chgData name="Milan Sharma" userId="9f66ed0f-8929-458f-b319-3ddc3b792794" providerId="ADAL" clId="{3FB79AAE-34C4-4933-96FB-BAC0A42B960A}" dt="2025-11-05T10:36:50.990" v="1514"/>
          <ac:graphicFrameMkLst>
            <pc:docMk/>
            <pc:sldMk cId="1445108086" sldId="4477"/>
            <ac:graphicFrameMk id="2" creationId="{788C6C7B-B5B0-00B2-365D-CD9A5130DE90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08.311" v="1769" actId="313"/>
        <pc:sldMkLst>
          <pc:docMk/>
          <pc:sldMk cId="3440373419" sldId="4478"/>
        </pc:sldMkLst>
        <pc:spChg chg="mod">
          <ac:chgData name="Milan Sharma" userId="9f66ed0f-8929-458f-b319-3ddc3b792794" providerId="ADAL" clId="{3FB79AAE-34C4-4933-96FB-BAC0A42B960A}" dt="2025-11-05T11:19:08.311" v="1769" actId="313"/>
          <ac:spMkLst>
            <pc:docMk/>
            <pc:sldMk cId="3440373419" sldId="4478"/>
            <ac:spMk id="5" creationId="{94F0BDA9-BE70-B9A4-3790-495974DCAB64}"/>
          </ac:spMkLst>
        </pc:spChg>
        <pc:graphicFrameChg chg="mod modGraphic">
          <ac:chgData name="Milan Sharma" userId="9f66ed0f-8929-458f-b319-3ddc3b792794" providerId="ADAL" clId="{3FB79AAE-34C4-4933-96FB-BAC0A42B960A}" dt="2025-11-05T10:37:07.778" v="1536" actId="20577"/>
          <ac:graphicFrameMkLst>
            <pc:docMk/>
            <pc:sldMk cId="3440373419" sldId="4478"/>
            <ac:graphicFrameMk id="2" creationId="{8FE27058-0CC0-9D1D-E5C2-7525F062C368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09.201" v="1770" actId="313"/>
        <pc:sldMkLst>
          <pc:docMk/>
          <pc:sldMk cId="273775918" sldId="4479"/>
        </pc:sldMkLst>
        <pc:spChg chg="mod">
          <ac:chgData name="Milan Sharma" userId="9f66ed0f-8929-458f-b319-3ddc3b792794" providerId="ADAL" clId="{3FB79AAE-34C4-4933-96FB-BAC0A42B960A}" dt="2025-11-05T11:19:09.201" v="1770" actId="313"/>
          <ac:spMkLst>
            <pc:docMk/>
            <pc:sldMk cId="273775918" sldId="4479"/>
            <ac:spMk id="5" creationId="{7366C283-F0C2-330D-54B8-5B4E750FE8AD}"/>
          </ac:spMkLst>
        </pc:spChg>
        <pc:graphicFrameChg chg="mod">
          <ac:chgData name="Milan Sharma" userId="9f66ed0f-8929-458f-b319-3ddc3b792794" providerId="ADAL" clId="{3FB79AAE-34C4-4933-96FB-BAC0A42B960A}" dt="2025-11-05T10:37:19.501" v="1537"/>
          <ac:graphicFrameMkLst>
            <pc:docMk/>
            <pc:sldMk cId="273775918" sldId="4479"/>
            <ac:graphicFrameMk id="2" creationId="{409117A4-6A31-2510-1D19-F797EDD58A89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09.967" v="1771" actId="313"/>
        <pc:sldMkLst>
          <pc:docMk/>
          <pc:sldMk cId="884623684" sldId="4480"/>
        </pc:sldMkLst>
        <pc:spChg chg="mod">
          <ac:chgData name="Milan Sharma" userId="9f66ed0f-8929-458f-b319-3ddc3b792794" providerId="ADAL" clId="{3FB79AAE-34C4-4933-96FB-BAC0A42B960A}" dt="2025-11-05T11:19:09.967" v="1771" actId="313"/>
          <ac:spMkLst>
            <pc:docMk/>
            <pc:sldMk cId="884623684" sldId="4480"/>
            <ac:spMk id="5" creationId="{BEE632C2-1A0F-4908-5FA6-EB84A48C75AC}"/>
          </ac:spMkLst>
        </pc:spChg>
        <pc:graphicFrameChg chg="mod modGraphic">
          <ac:chgData name="Milan Sharma" userId="9f66ed0f-8929-458f-b319-3ddc3b792794" providerId="ADAL" clId="{3FB79AAE-34C4-4933-96FB-BAC0A42B960A}" dt="2025-11-05T10:37:35.201" v="1564" actId="20577"/>
          <ac:graphicFrameMkLst>
            <pc:docMk/>
            <pc:sldMk cId="884623684" sldId="4480"/>
            <ac:graphicFrameMk id="2" creationId="{074FBE70-7E58-C9F0-9134-AFA218C8FB56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0.788" v="1772" actId="313"/>
        <pc:sldMkLst>
          <pc:docMk/>
          <pc:sldMk cId="2579728440" sldId="4481"/>
        </pc:sldMkLst>
        <pc:spChg chg="mod">
          <ac:chgData name="Milan Sharma" userId="9f66ed0f-8929-458f-b319-3ddc3b792794" providerId="ADAL" clId="{3FB79AAE-34C4-4933-96FB-BAC0A42B960A}" dt="2025-11-05T11:19:10.788" v="1772" actId="313"/>
          <ac:spMkLst>
            <pc:docMk/>
            <pc:sldMk cId="2579728440" sldId="4481"/>
            <ac:spMk id="5" creationId="{3C9DD19C-A25C-E5F0-EDE3-959CC0E00D7E}"/>
          </ac:spMkLst>
        </pc:spChg>
        <pc:graphicFrameChg chg="mod">
          <ac:chgData name="Milan Sharma" userId="9f66ed0f-8929-458f-b319-3ddc3b792794" providerId="ADAL" clId="{3FB79AAE-34C4-4933-96FB-BAC0A42B960A}" dt="2025-11-05T10:37:45.791" v="1565"/>
          <ac:graphicFrameMkLst>
            <pc:docMk/>
            <pc:sldMk cId="2579728440" sldId="4481"/>
            <ac:graphicFrameMk id="2" creationId="{59BE3E6C-9C87-9434-55CE-2B4F2B7E0B2F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1.427" v="1773" actId="313"/>
        <pc:sldMkLst>
          <pc:docMk/>
          <pc:sldMk cId="2075430674" sldId="4482"/>
        </pc:sldMkLst>
        <pc:spChg chg="mod">
          <ac:chgData name="Milan Sharma" userId="9f66ed0f-8929-458f-b319-3ddc3b792794" providerId="ADAL" clId="{3FB79AAE-34C4-4933-96FB-BAC0A42B960A}" dt="2025-11-05T11:19:11.427" v="1773" actId="313"/>
          <ac:spMkLst>
            <pc:docMk/>
            <pc:sldMk cId="2075430674" sldId="4482"/>
            <ac:spMk id="5" creationId="{226B7B34-270E-968C-F6FA-612609E80B3A}"/>
          </ac:spMkLst>
        </pc:spChg>
        <pc:graphicFrameChg chg="mod">
          <ac:chgData name="Milan Sharma" userId="9f66ed0f-8929-458f-b319-3ddc3b792794" providerId="ADAL" clId="{3FB79AAE-34C4-4933-96FB-BAC0A42B960A}" dt="2025-11-05T10:37:55.360" v="1566"/>
          <ac:graphicFrameMkLst>
            <pc:docMk/>
            <pc:sldMk cId="2075430674" sldId="4482"/>
            <ac:graphicFrameMk id="2" creationId="{598264D2-F8AC-E4CC-57CF-DE8D742B294E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2.088" v="1774" actId="313"/>
        <pc:sldMkLst>
          <pc:docMk/>
          <pc:sldMk cId="2962116513" sldId="4483"/>
        </pc:sldMkLst>
        <pc:spChg chg="mod">
          <ac:chgData name="Milan Sharma" userId="9f66ed0f-8929-458f-b319-3ddc3b792794" providerId="ADAL" clId="{3FB79AAE-34C4-4933-96FB-BAC0A42B960A}" dt="2025-11-05T11:19:12.088" v="1774" actId="313"/>
          <ac:spMkLst>
            <pc:docMk/>
            <pc:sldMk cId="2962116513" sldId="4483"/>
            <ac:spMk id="5" creationId="{EC7D23B2-6C3A-3FBC-F1E7-BE976AF349D1}"/>
          </ac:spMkLst>
        </pc:spChg>
        <pc:graphicFrameChg chg="mod">
          <ac:chgData name="Milan Sharma" userId="9f66ed0f-8929-458f-b319-3ddc3b792794" providerId="ADAL" clId="{3FB79AAE-34C4-4933-96FB-BAC0A42B960A}" dt="2025-11-05T10:38:04.286" v="1567"/>
          <ac:graphicFrameMkLst>
            <pc:docMk/>
            <pc:sldMk cId="2962116513" sldId="4483"/>
            <ac:graphicFrameMk id="2" creationId="{C5D5ECA9-DD4C-869D-BE90-D6B201B96DF3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2.770" v="1775" actId="313"/>
        <pc:sldMkLst>
          <pc:docMk/>
          <pc:sldMk cId="2531422735" sldId="4484"/>
        </pc:sldMkLst>
        <pc:spChg chg="mod">
          <ac:chgData name="Milan Sharma" userId="9f66ed0f-8929-458f-b319-3ddc3b792794" providerId="ADAL" clId="{3FB79AAE-34C4-4933-96FB-BAC0A42B960A}" dt="2025-11-05T11:19:12.770" v="1775" actId="313"/>
          <ac:spMkLst>
            <pc:docMk/>
            <pc:sldMk cId="2531422735" sldId="4484"/>
            <ac:spMk id="5" creationId="{FBBE4D8D-F873-2513-3BBD-9AC13047A4C1}"/>
          </ac:spMkLst>
        </pc:spChg>
        <pc:graphicFrameChg chg="mod">
          <ac:chgData name="Milan Sharma" userId="9f66ed0f-8929-458f-b319-3ddc3b792794" providerId="ADAL" clId="{3FB79AAE-34C4-4933-96FB-BAC0A42B960A}" dt="2025-11-05T10:38:14.308" v="1568"/>
          <ac:graphicFrameMkLst>
            <pc:docMk/>
            <pc:sldMk cId="2531422735" sldId="4484"/>
            <ac:graphicFrameMk id="2" creationId="{932509A7-8CA9-89E3-D558-9706B61874F6}"/>
          </ac:graphicFrameMkLst>
        </pc:graphicFrameChg>
      </pc:sldChg>
      <pc:sldChg chg="modSp add mod ord">
        <pc:chgData name="Milan Sharma" userId="9f66ed0f-8929-458f-b319-3ddc3b792794" providerId="ADAL" clId="{3FB79AAE-34C4-4933-96FB-BAC0A42B960A}" dt="2025-11-05T11:19:19.834" v="1788" actId="313"/>
        <pc:sldMkLst>
          <pc:docMk/>
          <pc:sldMk cId="1460673211" sldId="4485"/>
        </pc:sldMkLst>
        <pc:spChg chg="mod">
          <ac:chgData name="Milan Sharma" userId="9f66ed0f-8929-458f-b319-3ddc3b792794" providerId="ADAL" clId="{3FB79AAE-34C4-4933-96FB-BAC0A42B960A}" dt="2025-11-05T11:19:19.834" v="1788" actId="313"/>
          <ac:spMkLst>
            <pc:docMk/>
            <pc:sldMk cId="1460673211" sldId="4485"/>
            <ac:spMk id="5" creationId="{03719088-CB59-B8DC-876C-E2C2FF70254F}"/>
          </ac:spMkLst>
        </pc:spChg>
        <pc:graphicFrameChg chg="mod modGraphic">
          <ac:chgData name="Milan Sharma" userId="9f66ed0f-8929-458f-b319-3ddc3b792794" providerId="ADAL" clId="{3FB79AAE-34C4-4933-96FB-BAC0A42B960A}" dt="2025-11-05T10:41:11.174" v="1636" actId="20577"/>
          <ac:graphicFrameMkLst>
            <pc:docMk/>
            <pc:sldMk cId="1460673211" sldId="4485"/>
            <ac:graphicFrameMk id="2" creationId="{0127FE30-8BE2-E3B6-7EE3-085CA9B8C2B1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3.418" v="1776" actId="313"/>
        <pc:sldMkLst>
          <pc:docMk/>
          <pc:sldMk cId="2034671290" sldId="4486"/>
        </pc:sldMkLst>
        <pc:spChg chg="mod">
          <ac:chgData name="Milan Sharma" userId="9f66ed0f-8929-458f-b319-3ddc3b792794" providerId="ADAL" clId="{3FB79AAE-34C4-4933-96FB-BAC0A42B960A}" dt="2025-11-05T11:19:13.418" v="1776" actId="313"/>
          <ac:spMkLst>
            <pc:docMk/>
            <pc:sldMk cId="2034671290" sldId="4486"/>
            <ac:spMk id="5" creationId="{531BA858-F1A0-840F-89A4-FA1F82A27043}"/>
          </ac:spMkLst>
        </pc:spChg>
        <pc:graphicFrameChg chg="mod">
          <ac:chgData name="Milan Sharma" userId="9f66ed0f-8929-458f-b319-3ddc3b792794" providerId="ADAL" clId="{3FB79AAE-34C4-4933-96FB-BAC0A42B960A}" dt="2025-11-05T10:38:24.157" v="1569"/>
          <ac:graphicFrameMkLst>
            <pc:docMk/>
            <pc:sldMk cId="2034671290" sldId="4486"/>
            <ac:graphicFrameMk id="2" creationId="{E871F0BE-DB41-F6FF-8B9F-1E8953B67D44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4.048" v="1777" actId="313"/>
        <pc:sldMkLst>
          <pc:docMk/>
          <pc:sldMk cId="1894423636" sldId="4487"/>
        </pc:sldMkLst>
        <pc:spChg chg="mod">
          <ac:chgData name="Milan Sharma" userId="9f66ed0f-8929-458f-b319-3ddc3b792794" providerId="ADAL" clId="{3FB79AAE-34C4-4933-96FB-BAC0A42B960A}" dt="2025-11-05T11:19:14.048" v="1777" actId="313"/>
          <ac:spMkLst>
            <pc:docMk/>
            <pc:sldMk cId="1894423636" sldId="4487"/>
            <ac:spMk id="5" creationId="{B739CD49-71A1-2281-B9C8-E691A7D4620D}"/>
          </ac:spMkLst>
        </pc:spChg>
        <pc:graphicFrameChg chg="mod">
          <ac:chgData name="Milan Sharma" userId="9f66ed0f-8929-458f-b319-3ddc3b792794" providerId="ADAL" clId="{3FB79AAE-34C4-4933-96FB-BAC0A42B960A}" dt="2025-11-05T10:38:42.089" v="1570"/>
          <ac:graphicFrameMkLst>
            <pc:docMk/>
            <pc:sldMk cId="1894423636" sldId="4487"/>
            <ac:graphicFrameMk id="2" creationId="{090D9BDD-3342-D4CF-311A-94FCA8ED741E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4.635" v="1778" actId="313"/>
        <pc:sldMkLst>
          <pc:docMk/>
          <pc:sldMk cId="3664239784" sldId="4488"/>
        </pc:sldMkLst>
        <pc:spChg chg="mod">
          <ac:chgData name="Milan Sharma" userId="9f66ed0f-8929-458f-b319-3ddc3b792794" providerId="ADAL" clId="{3FB79AAE-34C4-4933-96FB-BAC0A42B960A}" dt="2025-11-05T11:19:14.635" v="1778" actId="313"/>
          <ac:spMkLst>
            <pc:docMk/>
            <pc:sldMk cId="3664239784" sldId="4488"/>
            <ac:spMk id="5" creationId="{2B5E8A10-B955-3480-A7BF-324414138B2C}"/>
          </ac:spMkLst>
        </pc:spChg>
        <pc:graphicFrameChg chg="mod">
          <ac:chgData name="Milan Sharma" userId="9f66ed0f-8929-458f-b319-3ddc3b792794" providerId="ADAL" clId="{3FB79AAE-34C4-4933-96FB-BAC0A42B960A}" dt="2025-11-05T10:38:51.600" v="1571"/>
          <ac:graphicFrameMkLst>
            <pc:docMk/>
            <pc:sldMk cId="3664239784" sldId="4488"/>
            <ac:graphicFrameMk id="2" creationId="{6B0E152C-0315-6EAF-3298-47611AFF709D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5.346" v="1779" actId="313"/>
        <pc:sldMkLst>
          <pc:docMk/>
          <pc:sldMk cId="3000024718" sldId="4489"/>
        </pc:sldMkLst>
        <pc:spChg chg="mod">
          <ac:chgData name="Milan Sharma" userId="9f66ed0f-8929-458f-b319-3ddc3b792794" providerId="ADAL" clId="{3FB79AAE-34C4-4933-96FB-BAC0A42B960A}" dt="2025-11-05T11:19:15.346" v="1779" actId="313"/>
          <ac:spMkLst>
            <pc:docMk/>
            <pc:sldMk cId="3000024718" sldId="4489"/>
            <ac:spMk id="5" creationId="{820A86CB-D1C9-5702-A106-94AA81B06AE0}"/>
          </ac:spMkLst>
        </pc:spChg>
        <pc:graphicFrameChg chg="mod">
          <ac:chgData name="Milan Sharma" userId="9f66ed0f-8929-458f-b319-3ddc3b792794" providerId="ADAL" clId="{3FB79AAE-34C4-4933-96FB-BAC0A42B960A}" dt="2025-11-05T10:39:02.587" v="1572"/>
          <ac:graphicFrameMkLst>
            <pc:docMk/>
            <pc:sldMk cId="3000024718" sldId="4489"/>
            <ac:graphicFrameMk id="2" creationId="{45F8CC50-FAF5-DE88-6F8C-5612AF1A269A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5.920" v="1780" actId="313"/>
        <pc:sldMkLst>
          <pc:docMk/>
          <pc:sldMk cId="3608236920" sldId="4490"/>
        </pc:sldMkLst>
        <pc:spChg chg="mod">
          <ac:chgData name="Milan Sharma" userId="9f66ed0f-8929-458f-b319-3ddc3b792794" providerId="ADAL" clId="{3FB79AAE-34C4-4933-96FB-BAC0A42B960A}" dt="2025-11-05T11:19:15.920" v="1780" actId="313"/>
          <ac:spMkLst>
            <pc:docMk/>
            <pc:sldMk cId="3608236920" sldId="4490"/>
            <ac:spMk id="5" creationId="{4DD32AAA-1CDC-E735-9C28-7F7D24431E64}"/>
          </ac:spMkLst>
        </pc:spChg>
        <pc:graphicFrameChg chg="mod">
          <ac:chgData name="Milan Sharma" userId="9f66ed0f-8929-458f-b319-3ddc3b792794" providerId="ADAL" clId="{3FB79AAE-34C4-4933-96FB-BAC0A42B960A}" dt="2025-11-05T10:39:11.784" v="1573"/>
          <ac:graphicFrameMkLst>
            <pc:docMk/>
            <pc:sldMk cId="3608236920" sldId="4490"/>
            <ac:graphicFrameMk id="2" creationId="{48ACCAB8-E2D4-D798-2D8D-46F4F9BBC12A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6.387" v="1781" actId="313"/>
        <pc:sldMkLst>
          <pc:docMk/>
          <pc:sldMk cId="2057429889" sldId="4491"/>
        </pc:sldMkLst>
        <pc:spChg chg="mod">
          <ac:chgData name="Milan Sharma" userId="9f66ed0f-8929-458f-b319-3ddc3b792794" providerId="ADAL" clId="{3FB79AAE-34C4-4933-96FB-BAC0A42B960A}" dt="2025-11-05T11:19:16.387" v="1781" actId="313"/>
          <ac:spMkLst>
            <pc:docMk/>
            <pc:sldMk cId="2057429889" sldId="4491"/>
            <ac:spMk id="5" creationId="{AD6AD1B6-80F7-FFAC-CD8E-E04CDD1029A0}"/>
          </ac:spMkLst>
        </pc:spChg>
        <pc:graphicFrameChg chg="mod">
          <ac:chgData name="Milan Sharma" userId="9f66ed0f-8929-458f-b319-3ddc3b792794" providerId="ADAL" clId="{3FB79AAE-34C4-4933-96FB-BAC0A42B960A}" dt="2025-11-05T10:39:21.436" v="1574"/>
          <ac:graphicFrameMkLst>
            <pc:docMk/>
            <pc:sldMk cId="2057429889" sldId="4491"/>
            <ac:graphicFrameMk id="2" creationId="{CD6BDC88-E46F-265B-5149-E0D0D50A1127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7.040" v="1782" actId="313"/>
        <pc:sldMkLst>
          <pc:docMk/>
          <pc:sldMk cId="1072175934" sldId="4492"/>
        </pc:sldMkLst>
        <pc:spChg chg="mod">
          <ac:chgData name="Milan Sharma" userId="9f66ed0f-8929-458f-b319-3ddc3b792794" providerId="ADAL" clId="{3FB79AAE-34C4-4933-96FB-BAC0A42B960A}" dt="2025-11-05T11:19:17.040" v="1782" actId="313"/>
          <ac:spMkLst>
            <pc:docMk/>
            <pc:sldMk cId="1072175934" sldId="4492"/>
            <ac:spMk id="5" creationId="{D1BDC0FB-3FD1-C0AB-D0C8-A58706F3D421}"/>
          </ac:spMkLst>
        </pc:spChg>
        <pc:graphicFrameChg chg="mod">
          <ac:chgData name="Milan Sharma" userId="9f66ed0f-8929-458f-b319-3ddc3b792794" providerId="ADAL" clId="{3FB79AAE-34C4-4933-96FB-BAC0A42B960A}" dt="2025-11-05T10:39:45.107" v="1575"/>
          <ac:graphicFrameMkLst>
            <pc:docMk/>
            <pc:sldMk cId="1072175934" sldId="4492"/>
            <ac:graphicFrameMk id="2" creationId="{FB2B7017-E798-847B-91AD-1AD556E5D482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7.906" v="1783" actId="313"/>
        <pc:sldMkLst>
          <pc:docMk/>
          <pc:sldMk cId="1126011779" sldId="4493"/>
        </pc:sldMkLst>
        <pc:spChg chg="mod">
          <ac:chgData name="Milan Sharma" userId="9f66ed0f-8929-458f-b319-3ddc3b792794" providerId="ADAL" clId="{3FB79AAE-34C4-4933-96FB-BAC0A42B960A}" dt="2025-11-05T11:19:17.906" v="1783" actId="313"/>
          <ac:spMkLst>
            <pc:docMk/>
            <pc:sldMk cId="1126011779" sldId="4493"/>
            <ac:spMk id="5" creationId="{EE7637E0-0058-16DC-8870-F57FD6C731BF}"/>
          </ac:spMkLst>
        </pc:spChg>
        <pc:graphicFrameChg chg="mod">
          <ac:chgData name="Milan Sharma" userId="9f66ed0f-8929-458f-b319-3ddc3b792794" providerId="ADAL" clId="{3FB79AAE-34C4-4933-96FB-BAC0A42B960A}" dt="2025-11-05T10:39:56.400" v="1576"/>
          <ac:graphicFrameMkLst>
            <pc:docMk/>
            <pc:sldMk cId="1126011779" sldId="4493"/>
            <ac:graphicFrameMk id="2" creationId="{75AA0F22-B5CC-9700-2224-5072B0E18B34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8.244" v="1784" actId="313"/>
        <pc:sldMkLst>
          <pc:docMk/>
          <pc:sldMk cId="3509500065" sldId="4494"/>
        </pc:sldMkLst>
        <pc:spChg chg="mod">
          <ac:chgData name="Milan Sharma" userId="9f66ed0f-8929-458f-b319-3ddc3b792794" providerId="ADAL" clId="{3FB79AAE-34C4-4933-96FB-BAC0A42B960A}" dt="2025-11-05T11:19:18.244" v="1784" actId="313"/>
          <ac:spMkLst>
            <pc:docMk/>
            <pc:sldMk cId="3509500065" sldId="4494"/>
            <ac:spMk id="5" creationId="{7C513829-BE53-81CF-8D68-5A738A791804}"/>
          </ac:spMkLst>
        </pc:spChg>
        <pc:graphicFrameChg chg="mod">
          <ac:chgData name="Milan Sharma" userId="9f66ed0f-8929-458f-b319-3ddc3b792794" providerId="ADAL" clId="{3FB79AAE-34C4-4933-96FB-BAC0A42B960A}" dt="2025-11-05T10:40:08.557" v="1577"/>
          <ac:graphicFrameMkLst>
            <pc:docMk/>
            <pc:sldMk cId="3509500065" sldId="4494"/>
            <ac:graphicFrameMk id="2" creationId="{55506D29-370D-469E-521A-D68280712334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8.607" v="1785" actId="313"/>
        <pc:sldMkLst>
          <pc:docMk/>
          <pc:sldMk cId="732755907" sldId="4495"/>
        </pc:sldMkLst>
        <pc:spChg chg="mod">
          <ac:chgData name="Milan Sharma" userId="9f66ed0f-8929-458f-b319-3ddc3b792794" providerId="ADAL" clId="{3FB79AAE-34C4-4933-96FB-BAC0A42B960A}" dt="2025-11-05T11:19:18.607" v="1785" actId="313"/>
          <ac:spMkLst>
            <pc:docMk/>
            <pc:sldMk cId="732755907" sldId="4495"/>
            <ac:spMk id="5" creationId="{5410AAEF-BD6B-C7B4-5388-05146E16AE06}"/>
          </ac:spMkLst>
        </pc:spChg>
        <pc:graphicFrameChg chg="mod">
          <ac:chgData name="Milan Sharma" userId="9f66ed0f-8929-458f-b319-3ddc3b792794" providerId="ADAL" clId="{3FB79AAE-34C4-4933-96FB-BAC0A42B960A}" dt="2025-11-05T10:40:18.666" v="1578"/>
          <ac:graphicFrameMkLst>
            <pc:docMk/>
            <pc:sldMk cId="732755907" sldId="4495"/>
            <ac:graphicFrameMk id="2" creationId="{77BC5101-EE0E-B84D-C47E-B55660EBA375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9.049" v="1786" actId="313"/>
        <pc:sldMkLst>
          <pc:docMk/>
          <pc:sldMk cId="458551214" sldId="4496"/>
        </pc:sldMkLst>
        <pc:spChg chg="mod">
          <ac:chgData name="Milan Sharma" userId="9f66ed0f-8929-458f-b319-3ddc3b792794" providerId="ADAL" clId="{3FB79AAE-34C4-4933-96FB-BAC0A42B960A}" dt="2025-11-05T11:19:19.049" v="1786" actId="313"/>
          <ac:spMkLst>
            <pc:docMk/>
            <pc:sldMk cId="458551214" sldId="4496"/>
            <ac:spMk id="5" creationId="{70B9614E-5BB4-481B-676B-3DEF00B96CB9}"/>
          </ac:spMkLst>
        </pc:spChg>
        <pc:graphicFrameChg chg="mod">
          <ac:chgData name="Milan Sharma" userId="9f66ed0f-8929-458f-b319-3ddc3b792794" providerId="ADAL" clId="{3FB79AAE-34C4-4933-96FB-BAC0A42B960A}" dt="2025-11-05T10:40:28.857" v="1579"/>
          <ac:graphicFrameMkLst>
            <pc:docMk/>
            <pc:sldMk cId="458551214" sldId="4496"/>
            <ac:graphicFrameMk id="2" creationId="{2D18FCE6-DDDE-54BE-CF97-39DA5E10CC24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9.454" v="1787" actId="313"/>
        <pc:sldMkLst>
          <pc:docMk/>
          <pc:sldMk cId="3340460984" sldId="4497"/>
        </pc:sldMkLst>
        <pc:spChg chg="mod">
          <ac:chgData name="Milan Sharma" userId="9f66ed0f-8929-458f-b319-3ddc3b792794" providerId="ADAL" clId="{3FB79AAE-34C4-4933-96FB-BAC0A42B960A}" dt="2025-11-05T11:19:19.454" v="1787" actId="313"/>
          <ac:spMkLst>
            <pc:docMk/>
            <pc:sldMk cId="3340460984" sldId="4497"/>
            <ac:spMk id="5" creationId="{6D843A86-9365-95C5-EF24-2EE319119594}"/>
          </ac:spMkLst>
        </pc:spChg>
        <pc:graphicFrameChg chg="mod">
          <ac:chgData name="Milan Sharma" userId="9f66ed0f-8929-458f-b319-3ddc3b792794" providerId="ADAL" clId="{3FB79AAE-34C4-4933-96FB-BAC0A42B960A}" dt="2025-11-05T10:40:38.590" v="1580"/>
          <ac:graphicFrameMkLst>
            <pc:docMk/>
            <pc:sldMk cId="3340460984" sldId="4497"/>
            <ac:graphicFrameMk id="2" creationId="{09DC7FF8-2C68-B262-8E85-87148677CC1A}"/>
          </ac:graphicFrameMkLst>
        </pc:graphicFrameChg>
      </pc:sldChg>
    </pc:docChg>
  </pc:docChgLst>
</pc:chgInfo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.xlsx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.xlsx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.xlsx"/><Relationship Id="rId2" Type="http://schemas.microsoft.com/office/2011/relationships/chartColorStyle" Target="colors5.xml"/><Relationship Id="rId1" Type="http://schemas.microsoft.com/office/2011/relationships/chartStyle" Target="style5.xml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.xlsx"/><Relationship Id="rId2" Type="http://schemas.microsoft.com/office/2011/relationships/chartColorStyle" Target="colors6.xml"/><Relationship Id="rId1" Type="http://schemas.microsoft.com/office/2011/relationships/chartStyle" Target="style6.xml"/></Relationships>
</file>

<file path=ppt/charts/_rels/chart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.xlsx"/><Relationship Id="rId2" Type="http://schemas.microsoft.com/office/2011/relationships/chartColorStyle" Target="colors7.xml"/><Relationship Id="rId1" Type="http://schemas.microsoft.com/office/2011/relationships/chartStyle" Target="style7.xml"/></Relationships>
</file>

<file path=ppt/charts/_rels/chart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.xlsx"/><Relationship Id="rId2" Type="http://schemas.microsoft.com/office/2011/relationships/chartColorStyle" Target="colors8.xml"/><Relationship Id="rId1" Type="http://schemas.microsoft.com/office/2011/relationships/chartStyle" Target="style8.xml"/></Relationships>
</file>

<file path=ppt/charts/_rels/chart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.xlsx"/><Relationship Id="rId2" Type="http://schemas.microsoft.com/office/2011/relationships/chartColorStyle" Target="colors9.xml"/><Relationship Id="rId1" Type="http://schemas.microsoft.com/office/2011/relationships/chartStyle" Target="style9.xml"/></Relationships>
</file>

<file path=ppt/charts/_rels/chart1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9.xlsx"/><Relationship Id="rId2" Type="http://schemas.microsoft.com/office/2011/relationships/chartColorStyle" Target="colors10.xml"/><Relationship Id="rId1" Type="http://schemas.microsoft.com/office/2011/relationships/chartStyle" Target="style10.xml"/></Relationships>
</file>

<file path=ppt/charts/_rels/chart1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0.xlsx"/><Relationship Id="rId2" Type="http://schemas.microsoft.com/office/2011/relationships/chartColorStyle" Target="colors11.xml"/><Relationship Id="rId1" Type="http://schemas.microsoft.com/office/2011/relationships/chartStyle" Target="style11.xml"/></Relationships>
</file>

<file path=ppt/charts/_rels/chart1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1.xlsx"/><Relationship Id="rId2" Type="http://schemas.microsoft.com/office/2011/relationships/chartColorStyle" Target="colors12.xml"/><Relationship Id="rId1" Type="http://schemas.microsoft.com/office/2011/relationships/chartStyle" Target="style12.xml"/></Relationships>
</file>

<file path=ppt/charts/_rels/chart1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2.xlsx"/><Relationship Id="rId2" Type="http://schemas.microsoft.com/office/2011/relationships/chartColorStyle" Target="colors13.xml"/><Relationship Id="rId1" Type="http://schemas.microsoft.com/office/2011/relationships/chartStyle" Target="style13.xml"/></Relationships>
</file>

<file path=ppt/charts/_rels/chart1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3.xlsx"/><Relationship Id="rId2" Type="http://schemas.microsoft.com/office/2011/relationships/chartColorStyle" Target="colors14.xml"/><Relationship Id="rId1" Type="http://schemas.microsoft.com/office/2011/relationships/chartStyle" Target="style14.xml"/></Relationships>
</file>

<file path=ppt/charts/_rels/chart1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4.xlsx"/><Relationship Id="rId2" Type="http://schemas.microsoft.com/office/2011/relationships/chartColorStyle" Target="colors15.xml"/><Relationship Id="rId1" Type="http://schemas.microsoft.com/office/2011/relationships/chartStyle" Target="style15.xml"/></Relationships>
</file>

<file path=ppt/charts/_rels/chart1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5.xlsx"/><Relationship Id="rId2" Type="http://schemas.microsoft.com/office/2011/relationships/chartColorStyle" Target="colors16.xml"/><Relationship Id="rId1" Type="http://schemas.microsoft.com/office/2011/relationships/chartStyle" Target="style16.xml"/></Relationships>
</file>

<file path=ppt/charts/_rels/chart1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6.xlsx"/><Relationship Id="rId2" Type="http://schemas.microsoft.com/office/2011/relationships/chartColorStyle" Target="colors17.xml"/><Relationship Id="rId1" Type="http://schemas.microsoft.com/office/2011/relationships/chartStyle" Target="style17.xml"/></Relationships>
</file>

<file path=ppt/charts/_rels/chart1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7.xlsx"/><Relationship Id="rId2" Type="http://schemas.microsoft.com/office/2011/relationships/chartColorStyle" Target="colors18.xml"/><Relationship Id="rId1" Type="http://schemas.microsoft.com/office/2011/relationships/chartStyle" Target="style18.xml"/></Relationships>
</file>

<file path=ppt/charts/_rels/chart1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8.xlsx"/><Relationship Id="rId2" Type="http://schemas.microsoft.com/office/2011/relationships/chartColorStyle" Target="colors19.xml"/><Relationship Id="rId1" Type="http://schemas.microsoft.com/office/2011/relationships/chartStyle" Target="style19.xml"/></Relationships>
</file>

<file path=ppt/charts/_rels/chart2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9.xlsx"/><Relationship Id="rId2" Type="http://schemas.microsoft.com/office/2011/relationships/chartColorStyle" Target="colors20.xml"/><Relationship Id="rId1" Type="http://schemas.microsoft.com/office/2011/relationships/chartStyle" Target="style20.xml"/></Relationships>
</file>

<file path=ppt/charts/_rels/chart2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0.xlsx"/><Relationship Id="rId2" Type="http://schemas.microsoft.com/office/2011/relationships/chartColorStyle" Target="colors21.xml"/><Relationship Id="rId1" Type="http://schemas.microsoft.com/office/2011/relationships/chartStyle" Target="style21.xml"/></Relationships>
</file>

<file path=ppt/charts/_rels/chart2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1.xlsx"/><Relationship Id="rId2" Type="http://schemas.microsoft.com/office/2011/relationships/chartColorStyle" Target="colors22.xml"/><Relationship Id="rId1" Type="http://schemas.microsoft.com/office/2011/relationships/chartStyle" Target="style22.xml"/></Relationships>
</file>

<file path=ppt/charts/_rels/chart2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2.xlsx"/><Relationship Id="rId2" Type="http://schemas.microsoft.com/office/2011/relationships/chartColorStyle" Target="colors23.xml"/><Relationship Id="rId1" Type="http://schemas.microsoft.com/office/2011/relationships/chartStyle" Target="style23.xml"/></Relationships>
</file>

<file path=ppt/charts/_rels/chart2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3.xlsx"/><Relationship Id="rId2" Type="http://schemas.microsoft.com/office/2011/relationships/chartColorStyle" Target="colors24.xml"/><Relationship Id="rId1" Type="http://schemas.microsoft.com/office/2011/relationships/chartStyle" Target="style24.xml"/></Relationships>
</file>

<file path=ppt/charts/_rels/chart2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4.xlsx"/><Relationship Id="rId2" Type="http://schemas.microsoft.com/office/2011/relationships/chartColorStyle" Target="colors25.xml"/><Relationship Id="rId1" Type="http://schemas.microsoft.com/office/2011/relationships/chartStyle" Target="style25.xml"/></Relationships>
</file>

<file path=ppt/charts/_rels/chart2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5.xlsx"/><Relationship Id="rId2" Type="http://schemas.microsoft.com/office/2011/relationships/chartColorStyle" Target="colors26.xml"/><Relationship Id="rId1" Type="http://schemas.microsoft.com/office/2011/relationships/chartStyle" Target="style26.xml"/></Relationships>
</file>

<file path=ppt/charts/_rels/chart2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6.xlsx"/><Relationship Id="rId2" Type="http://schemas.microsoft.com/office/2011/relationships/chartColorStyle" Target="colors27.xml"/><Relationship Id="rId1" Type="http://schemas.microsoft.com/office/2011/relationships/chartStyle" Target="style27.xml"/></Relationships>
</file>

<file path=ppt/charts/_rels/chart2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7.xlsx"/><Relationship Id="rId2" Type="http://schemas.microsoft.com/office/2011/relationships/chartColorStyle" Target="colors28.xml"/><Relationship Id="rId1" Type="http://schemas.microsoft.com/office/2011/relationships/chartStyle" Target="style28.xml"/></Relationships>
</file>

<file path=ppt/charts/_rels/chart2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8.xlsx"/><Relationship Id="rId2" Type="http://schemas.microsoft.com/office/2011/relationships/chartColorStyle" Target="colors29.xml"/><Relationship Id="rId1" Type="http://schemas.microsoft.com/office/2011/relationships/chartStyle" Target="style29.xml"/></Relationships>
</file>

<file path=ppt/charts/_rels/chart3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9.xlsx"/><Relationship Id="rId2" Type="http://schemas.microsoft.com/office/2011/relationships/chartColorStyle" Target="colors30.xml"/><Relationship Id="rId1" Type="http://schemas.microsoft.com/office/2011/relationships/chartStyle" Target="style30.xml"/></Relationships>
</file>

<file path=ppt/charts/_rels/chart3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0.xlsx"/><Relationship Id="rId2" Type="http://schemas.microsoft.com/office/2011/relationships/chartColorStyle" Target="colors31.xml"/><Relationship Id="rId1" Type="http://schemas.microsoft.com/office/2011/relationships/chartStyle" Target="style31.xml"/></Relationships>
</file>

<file path=ppt/charts/_rels/chart3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1.xlsx"/><Relationship Id="rId2" Type="http://schemas.microsoft.com/office/2011/relationships/chartColorStyle" Target="colors32.xml"/><Relationship Id="rId1" Type="http://schemas.microsoft.com/office/2011/relationships/chartStyle" Target="style32.xml"/></Relationships>
</file>

<file path=ppt/charts/_rels/chart3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2.xlsx"/><Relationship Id="rId2" Type="http://schemas.microsoft.com/office/2011/relationships/chartColorStyle" Target="colors33.xml"/><Relationship Id="rId1" Type="http://schemas.microsoft.com/office/2011/relationships/chartStyle" Target="style33.xml"/></Relationships>
</file>

<file path=ppt/charts/_rels/chart3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3.xlsx"/><Relationship Id="rId2" Type="http://schemas.microsoft.com/office/2011/relationships/chartColorStyle" Target="colors34.xml"/><Relationship Id="rId1" Type="http://schemas.microsoft.com/office/2011/relationships/chartStyle" Target="style34.xml"/></Relationships>
</file>

<file path=ppt/charts/_rels/chart3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4.xlsx"/><Relationship Id="rId2" Type="http://schemas.microsoft.com/office/2011/relationships/chartColorStyle" Target="colors35.xml"/><Relationship Id="rId1" Type="http://schemas.microsoft.com/office/2011/relationships/chartStyle" Target="style35.xml"/></Relationships>
</file>

<file path=ppt/charts/_rels/chart3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5.xlsx"/><Relationship Id="rId2" Type="http://schemas.microsoft.com/office/2011/relationships/chartColorStyle" Target="colors36.xml"/><Relationship Id="rId1" Type="http://schemas.microsoft.com/office/2011/relationships/chartStyle" Target="style36.xml"/></Relationships>
</file>

<file path=ppt/charts/_rels/chart3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6.xlsx"/><Relationship Id="rId2" Type="http://schemas.microsoft.com/office/2011/relationships/chartColorStyle" Target="colors37.xml"/><Relationship Id="rId1" Type="http://schemas.microsoft.com/office/2011/relationships/chartStyle" Target="style37.xml"/></Relationships>
</file>

<file path=ppt/charts/_rels/chart3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7.xlsx"/><Relationship Id="rId2" Type="http://schemas.microsoft.com/office/2011/relationships/chartColorStyle" Target="colors38.xml"/><Relationship Id="rId1" Type="http://schemas.microsoft.com/office/2011/relationships/chartStyle" Target="style38.xml"/></Relationships>
</file>

<file path=ppt/charts/_rels/chart3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8.xlsx"/><Relationship Id="rId2" Type="http://schemas.microsoft.com/office/2011/relationships/chartColorStyle" Target="colors39.xml"/><Relationship Id="rId1" Type="http://schemas.microsoft.com/office/2011/relationships/chartStyle" Target="style39.xml"/></Relationships>
</file>

<file path=ppt/charts/_rels/chart4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9.xlsx"/><Relationship Id="rId2" Type="http://schemas.microsoft.com/office/2011/relationships/chartColorStyle" Target="colors40.xml"/><Relationship Id="rId1" Type="http://schemas.microsoft.com/office/2011/relationships/chartStyle" Target="style40.xml"/></Relationships>
</file>

<file path=ppt/charts/_rels/chart4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0.xlsx"/><Relationship Id="rId2" Type="http://schemas.microsoft.com/office/2011/relationships/chartColorStyle" Target="colors41.xml"/><Relationship Id="rId1" Type="http://schemas.microsoft.com/office/2011/relationships/chartStyle" Target="style41.xml"/></Relationships>
</file>

<file path=ppt/charts/_rels/chart4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1.xlsx"/><Relationship Id="rId2" Type="http://schemas.microsoft.com/office/2011/relationships/chartColorStyle" Target="colors42.xml"/><Relationship Id="rId1" Type="http://schemas.microsoft.com/office/2011/relationships/chartStyle" Target="style42.xml"/></Relationships>
</file>

<file path=ppt/charts/_rels/chart4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2.xlsx"/><Relationship Id="rId2" Type="http://schemas.microsoft.com/office/2011/relationships/chartColorStyle" Target="colors43.xml"/><Relationship Id="rId1" Type="http://schemas.microsoft.com/office/2011/relationships/chartStyle" Target="style43.xml"/></Relationships>
</file>

<file path=ppt/charts/_rels/chart4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3.xlsx"/><Relationship Id="rId2" Type="http://schemas.microsoft.com/office/2011/relationships/chartColorStyle" Target="colors44.xml"/><Relationship Id="rId1" Type="http://schemas.microsoft.com/office/2011/relationships/chartStyle" Target="style44.xml"/></Relationships>
</file>

<file path=ppt/charts/_rels/chart4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4.xlsx"/><Relationship Id="rId2" Type="http://schemas.microsoft.com/office/2011/relationships/chartColorStyle" Target="colors45.xml"/><Relationship Id="rId1" Type="http://schemas.microsoft.com/office/2011/relationships/chartStyle" Target="style45.xml"/></Relationships>
</file>

<file path=ppt/charts/_rels/chart4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5.xlsx"/><Relationship Id="rId2" Type="http://schemas.microsoft.com/office/2011/relationships/chartColorStyle" Target="colors46.xml"/><Relationship Id="rId1" Type="http://schemas.microsoft.com/office/2011/relationships/chartStyle" Target="style46.xml"/></Relationships>
</file>

<file path=ppt/charts/_rels/chart4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6.xlsx"/><Relationship Id="rId2" Type="http://schemas.microsoft.com/office/2011/relationships/chartColorStyle" Target="colors47.xml"/><Relationship Id="rId1" Type="http://schemas.microsoft.com/office/2011/relationships/chartStyle" Target="style47.xml"/></Relationships>
</file>

<file path=ppt/charts/_rels/chart4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7.xlsx"/><Relationship Id="rId2" Type="http://schemas.microsoft.com/office/2011/relationships/chartColorStyle" Target="colors48.xml"/><Relationship Id="rId1" Type="http://schemas.microsoft.com/office/2011/relationships/chartStyle" Target="style48.xml"/></Relationships>
</file>

<file path=ppt/charts/_rels/chart4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8.xlsx"/><Relationship Id="rId2" Type="http://schemas.microsoft.com/office/2011/relationships/chartColorStyle" Target="colors49.xml"/><Relationship Id="rId1" Type="http://schemas.microsoft.com/office/2011/relationships/chartStyle" Target="style49.xml"/></Relationships>
</file>

<file path=ppt/charts/_rels/chart5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9.xlsx"/><Relationship Id="rId2" Type="http://schemas.microsoft.com/office/2011/relationships/chartColorStyle" Target="colors50.xml"/><Relationship Id="rId1" Type="http://schemas.microsoft.com/office/2011/relationships/chartStyle" Target="style50.xml"/></Relationships>
</file>

<file path=ppt/charts/_rels/chart5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0.xlsx"/><Relationship Id="rId2" Type="http://schemas.microsoft.com/office/2011/relationships/chartColorStyle" Target="colors51.xml"/><Relationship Id="rId1" Type="http://schemas.microsoft.com/office/2011/relationships/chartStyle" Target="style51.xml"/></Relationships>
</file>

<file path=ppt/charts/_rels/chart5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1.xlsx"/><Relationship Id="rId2" Type="http://schemas.microsoft.com/office/2011/relationships/chartColorStyle" Target="colors52.xml"/><Relationship Id="rId1" Type="http://schemas.microsoft.com/office/2011/relationships/chartStyle" Target="style52.xml"/></Relationships>
</file>

<file path=ppt/charts/_rels/chart5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2.xlsx"/><Relationship Id="rId2" Type="http://schemas.microsoft.com/office/2011/relationships/chartColorStyle" Target="colors53.xml"/><Relationship Id="rId1" Type="http://schemas.microsoft.com/office/2011/relationships/chartStyle" Target="style53.xml"/></Relationships>
</file>

<file path=ppt/charts/_rels/chart5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3.xlsx"/><Relationship Id="rId2" Type="http://schemas.microsoft.com/office/2011/relationships/chartColorStyle" Target="colors54.xml"/><Relationship Id="rId1" Type="http://schemas.microsoft.com/office/2011/relationships/chartStyle" Target="style54.xml"/></Relationships>
</file>

<file path=ppt/charts/_rels/chart5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4.xlsx"/><Relationship Id="rId2" Type="http://schemas.microsoft.com/office/2011/relationships/chartColorStyle" Target="colors55.xml"/><Relationship Id="rId1" Type="http://schemas.microsoft.com/office/2011/relationships/chartStyle" Target="style55.xml"/></Relationships>
</file>

<file path=ppt/charts/_rels/chart5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5.xlsx"/><Relationship Id="rId2" Type="http://schemas.microsoft.com/office/2011/relationships/chartColorStyle" Target="colors56.xml"/><Relationship Id="rId1" Type="http://schemas.microsoft.com/office/2011/relationships/chartStyle" Target="style56.xml"/></Relationships>
</file>

<file path=ppt/charts/_rels/chart5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6.xlsx"/><Relationship Id="rId2" Type="http://schemas.microsoft.com/office/2011/relationships/chartColorStyle" Target="colors57.xml"/><Relationship Id="rId1" Type="http://schemas.microsoft.com/office/2011/relationships/chartStyle" Target="style57.xml"/></Relationships>
</file>

<file path=ppt/charts/_rels/chart5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7.xlsx"/><Relationship Id="rId2" Type="http://schemas.microsoft.com/office/2011/relationships/chartColorStyle" Target="colors58.xml"/><Relationship Id="rId1" Type="http://schemas.microsoft.com/office/2011/relationships/chartStyle" Target="style58.xml"/></Relationships>
</file>

<file path=ppt/charts/_rels/chart5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8.xlsx"/><Relationship Id="rId2" Type="http://schemas.microsoft.com/office/2011/relationships/chartColorStyle" Target="colors59.xml"/><Relationship Id="rId1" Type="http://schemas.microsoft.com/office/2011/relationships/chartStyle" Target="style59.xml"/></Relationships>
</file>

<file path=ppt/charts/_rels/chart6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9.xlsx"/><Relationship Id="rId2" Type="http://schemas.microsoft.com/office/2011/relationships/chartColorStyle" Target="colors60.xml"/><Relationship Id="rId1" Type="http://schemas.microsoft.com/office/2011/relationships/chartStyle" Target="style60.xml"/></Relationships>
</file>

<file path=ppt/charts/_rels/chart6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0.xlsx"/><Relationship Id="rId2" Type="http://schemas.microsoft.com/office/2011/relationships/chartColorStyle" Target="colors61.xml"/><Relationship Id="rId1" Type="http://schemas.microsoft.com/office/2011/relationships/chartStyle" Target="style61.xml"/></Relationships>
</file>

<file path=ppt/charts/_rels/chart6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1.xlsx"/><Relationship Id="rId2" Type="http://schemas.microsoft.com/office/2011/relationships/chartColorStyle" Target="colors62.xml"/><Relationship Id="rId1" Type="http://schemas.microsoft.com/office/2011/relationships/chartStyle" Target="style62.xml"/></Relationships>
</file>

<file path=ppt/charts/_rels/chart6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2.xlsx"/><Relationship Id="rId2" Type="http://schemas.microsoft.com/office/2011/relationships/chartColorStyle" Target="colors63.xml"/><Relationship Id="rId1" Type="http://schemas.microsoft.com/office/2011/relationships/chartStyle" Target="style63.xml"/></Relationships>
</file>

<file path=ppt/charts/_rels/chart6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3.xlsx"/><Relationship Id="rId2" Type="http://schemas.microsoft.com/office/2011/relationships/chartColorStyle" Target="colors64.xml"/><Relationship Id="rId1" Type="http://schemas.microsoft.com/office/2011/relationships/chartStyle" Target="style64.xml"/></Relationships>
</file>

<file path=ppt/charts/_rels/chart6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4.xlsx"/><Relationship Id="rId2" Type="http://schemas.microsoft.com/office/2011/relationships/chartColorStyle" Target="colors65.xml"/><Relationship Id="rId1" Type="http://schemas.microsoft.com/office/2011/relationships/chartStyle" Target="style65.xml"/></Relationships>
</file>

<file path=ppt/charts/_rels/chart6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5.xlsx"/><Relationship Id="rId2" Type="http://schemas.microsoft.com/office/2011/relationships/chartColorStyle" Target="colors66.xml"/><Relationship Id="rId1" Type="http://schemas.microsoft.com/office/2011/relationships/chartStyle" Target="style66.xml"/></Relationships>
</file>

<file path=ppt/charts/_rels/chart6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6.xlsx"/><Relationship Id="rId2" Type="http://schemas.microsoft.com/office/2011/relationships/chartColorStyle" Target="colors67.xml"/><Relationship Id="rId1" Type="http://schemas.microsoft.com/office/2011/relationships/chartStyle" Target="style67.xml"/></Relationships>
</file>

<file path=ppt/charts/_rels/chart6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7.xlsx"/><Relationship Id="rId2" Type="http://schemas.microsoft.com/office/2011/relationships/chartColorStyle" Target="colors68.xml"/><Relationship Id="rId1" Type="http://schemas.microsoft.com/office/2011/relationships/chartStyle" Target="style68.xml"/></Relationships>
</file>

<file path=ppt/charts/_rels/chart6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8.xlsx"/><Relationship Id="rId2" Type="http://schemas.microsoft.com/office/2011/relationships/chartColorStyle" Target="colors69.xml"/><Relationship Id="rId1" Type="http://schemas.microsoft.com/office/2011/relationships/chartStyle" Target="style69.xml"/></Relationships>
</file>

<file path=ppt/charts/_rels/chart7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9.xlsx"/><Relationship Id="rId2" Type="http://schemas.microsoft.com/office/2011/relationships/chartColorStyle" Target="colors70.xml"/><Relationship Id="rId1" Type="http://schemas.microsoft.com/office/2011/relationships/chartStyle" Target="style70.xml"/></Relationships>
</file>

<file path=ppt/charts/_rels/chart7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0.xlsx"/><Relationship Id="rId2" Type="http://schemas.microsoft.com/office/2011/relationships/chartColorStyle" Target="colors71.xml"/><Relationship Id="rId1" Type="http://schemas.microsoft.com/office/2011/relationships/chartStyle" Target="style71.xml"/></Relationships>
</file>

<file path=ppt/charts/_rels/chart7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1.xlsx"/><Relationship Id="rId2" Type="http://schemas.microsoft.com/office/2011/relationships/chartColorStyle" Target="colors72.xml"/><Relationship Id="rId1" Type="http://schemas.microsoft.com/office/2011/relationships/chartStyle" Target="style72.xml"/></Relationships>
</file>

<file path=ppt/charts/_rels/chart7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2.xlsx"/><Relationship Id="rId2" Type="http://schemas.microsoft.com/office/2011/relationships/chartColorStyle" Target="colors73.xml"/><Relationship Id="rId1" Type="http://schemas.microsoft.com/office/2011/relationships/chartStyle" Target="style73.xml"/></Relationships>
</file>

<file path=ppt/charts/_rels/chart7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3.xlsx"/><Relationship Id="rId2" Type="http://schemas.microsoft.com/office/2011/relationships/chartColorStyle" Target="colors74.xml"/><Relationship Id="rId1" Type="http://schemas.microsoft.com/office/2011/relationships/chartStyle" Target="style74.xml"/></Relationships>
</file>

<file path=ppt/charts/_rels/chart7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4.xlsx"/><Relationship Id="rId2" Type="http://schemas.microsoft.com/office/2011/relationships/chartColorStyle" Target="colors75.xml"/><Relationship Id="rId1" Type="http://schemas.microsoft.com/office/2011/relationships/chartStyle" Target="style75.xml"/></Relationships>
</file>

<file path=ppt/charts/_rels/chart7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5.xlsx"/><Relationship Id="rId2" Type="http://schemas.microsoft.com/office/2011/relationships/chartColorStyle" Target="colors76.xml"/><Relationship Id="rId1" Type="http://schemas.microsoft.com/office/2011/relationships/chartStyle" Target="style76.xml"/></Relationships>
</file>

<file path=ppt/charts/_rels/chart7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6.xlsx"/><Relationship Id="rId2" Type="http://schemas.microsoft.com/office/2011/relationships/chartColorStyle" Target="colors77.xml"/><Relationship Id="rId1" Type="http://schemas.microsoft.com/office/2011/relationships/chartStyle" Target="style77.xml"/></Relationships>
</file>

<file path=ppt/charts/_rels/chart7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7.xlsx"/><Relationship Id="rId2" Type="http://schemas.microsoft.com/office/2011/relationships/chartColorStyle" Target="colors78.xml"/><Relationship Id="rId1" Type="http://schemas.microsoft.com/office/2011/relationships/chartStyle" Target="style78.xml"/></Relationships>
</file>

<file path=ppt/charts/_rels/chart7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8.xlsx"/><Relationship Id="rId2" Type="http://schemas.microsoft.com/office/2011/relationships/chartColorStyle" Target="colors79.xml"/><Relationship Id="rId1" Type="http://schemas.microsoft.com/office/2011/relationships/chartStyle" Target="style79.xml"/></Relationships>
</file>

<file path=ppt/charts/_rels/chart8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9.xlsx"/><Relationship Id="rId2" Type="http://schemas.microsoft.com/office/2011/relationships/chartColorStyle" Target="colors80.xml"/><Relationship Id="rId1" Type="http://schemas.microsoft.com/office/2011/relationships/chartStyle" Target="style80.xml"/></Relationships>
</file>

<file path=ppt/charts/_rels/chart8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0.xlsx"/><Relationship Id="rId2" Type="http://schemas.microsoft.com/office/2011/relationships/chartColorStyle" Target="colors81.xml"/><Relationship Id="rId1" Type="http://schemas.microsoft.com/office/2011/relationships/chartStyle" Target="style81.xml"/></Relationships>
</file>

<file path=ppt/charts/_rels/chart8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1.xlsx"/><Relationship Id="rId2" Type="http://schemas.microsoft.com/office/2011/relationships/chartColorStyle" Target="colors82.xml"/><Relationship Id="rId1" Type="http://schemas.microsoft.com/office/2011/relationships/chartStyle" Target="style82.xml"/></Relationships>
</file>

<file path=ppt/charts/_rels/chart8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2.xlsx"/><Relationship Id="rId2" Type="http://schemas.microsoft.com/office/2011/relationships/chartColorStyle" Target="colors83.xml"/><Relationship Id="rId1" Type="http://schemas.microsoft.com/office/2011/relationships/chartStyle" Target="style83.xml"/></Relationships>
</file>

<file path=ppt/charts/_rels/chart8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3.xlsx"/><Relationship Id="rId2" Type="http://schemas.microsoft.com/office/2011/relationships/chartColorStyle" Target="colors84.xml"/><Relationship Id="rId1" Type="http://schemas.microsoft.com/office/2011/relationships/chartStyle" Target="style84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Sheet1!$B$2:$B$21</c:f>
              <c:numCache>
                <c:formatCode>0.0</c:formatCode>
                <c:ptCount val="20"/>
                <c:pt idx="0">
                  <c:v>46.2</c:v>
                </c:pt>
                <c:pt idx="1">
                  <c:v>46.1</c:v>
                </c:pt>
                <c:pt idx="2">
                  <c:v>45.9</c:v>
                </c:pt>
                <c:pt idx="3">
                  <c:v>45.9</c:v>
                </c:pt>
                <c:pt idx="4">
                  <c:v>46.2</c:v>
                </c:pt>
                <c:pt idx="5">
                  <c:v>46.7</c:v>
                </c:pt>
                <c:pt idx="6">
                  <c:v>47.8</c:v>
                </c:pt>
                <c:pt idx="7">
                  <c:v>46.9</c:v>
                </c:pt>
                <c:pt idx="8">
                  <c:v>46.5</c:v>
                </c:pt>
                <c:pt idx="9">
                  <c:v>46.5</c:v>
                </c:pt>
                <c:pt idx="10">
                  <c:v>46.6</c:v>
                </c:pt>
                <c:pt idx="11">
                  <c:v>45.4</c:v>
                </c:pt>
                <c:pt idx="12">
                  <c:v>45.1</c:v>
                </c:pt>
                <c:pt idx="13">
                  <c:v>44.9</c:v>
                </c:pt>
                <c:pt idx="14">
                  <c:v>45.2</c:v>
                </c:pt>
                <c:pt idx="15">
                  <c:v>45.2</c:v>
                </c:pt>
                <c:pt idx="16">
                  <c:v>45</c:v>
                </c:pt>
                <c:pt idx="17">
                  <c:v>45.1</c:v>
                </c:pt>
                <c:pt idx="18">
                  <c:v>45.1</c:v>
                </c:pt>
                <c:pt idx="19">
                  <c:v>45.3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Sheet1!$C$2:$C$21</c:f>
              <c:numCache>
                <c:formatCode>0.0</c:formatCode>
                <c:ptCount val="20"/>
                <c:pt idx="0">
                  <c:v>36.4</c:v>
                </c:pt>
                <c:pt idx="1">
                  <c:v>36.4</c:v>
                </c:pt>
                <c:pt idx="2">
                  <c:v>35.799999999999997</c:v>
                </c:pt>
                <c:pt idx="3">
                  <c:v>35.799999999999997</c:v>
                </c:pt>
                <c:pt idx="4">
                  <c:v>35.799999999999997</c:v>
                </c:pt>
                <c:pt idx="5">
                  <c:v>35.799999999999997</c:v>
                </c:pt>
                <c:pt idx="6">
                  <c:v>35</c:v>
                </c:pt>
                <c:pt idx="7">
                  <c:v>35.799999999999997</c:v>
                </c:pt>
                <c:pt idx="8">
                  <c:v>36.200000000000003</c:v>
                </c:pt>
                <c:pt idx="9">
                  <c:v>36.299999999999997</c:v>
                </c:pt>
                <c:pt idx="10">
                  <c:v>37</c:v>
                </c:pt>
                <c:pt idx="11">
                  <c:v>37.200000000000003</c:v>
                </c:pt>
                <c:pt idx="12">
                  <c:v>37</c:v>
                </c:pt>
                <c:pt idx="13">
                  <c:v>37</c:v>
                </c:pt>
                <c:pt idx="14">
                  <c:v>37</c:v>
                </c:pt>
                <c:pt idx="15">
                  <c:v>37.1</c:v>
                </c:pt>
                <c:pt idx="16">
                  <c:v>36.700000000000003</c:v>
                </c:pt>
                <c:pt idx="17">
                  <c:v>36.5</c:v>
                </c:pt>
                <c:pt idx="18">
                  <c:v>36.5</c:v>
                </c:pt>
                <c:pt idx="19">
                  <c:v>36.299999999999997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Sheet1!$D$2:$D$21</c:f>
              <c:numCache>
                <c:formatCode>0.0</c:formatCode>
                <c:ptCount val="20"/>
                <c:pt idx="0">
                  <c:v>4.8</c:v>
                </c:pt>
                <c:pt idx="1">
                  <c:v>5.4</c:v>
                </c:pt>
                <c:pt idx="2">
                  <c:v>5.6</c:v>
                </c:pt>
                <c:pt idx="3">
                  <c:v>5.6</c:v>
                </c:pt>
                <c:pt idx="4">
                  <c:v>4.5</c:v>
                </c:pt>
                <c:pt idx="5">
                  <c:v>4.3</c:v>
                </c:pt>
                <c:pt idx="6">
                  <c:v>4.2</c:v>
                </c:pt>
                <c:pt idx="7">
                  <c:v>4.7</c:v>
                </c:pt>
                <c:pt idx="8">
                  <c:v>4.8</c:v>
                </c:pt>
                <c:pt idx="9">
                  <c:v>4.7</c:v>
                </c:pt>
                <c:pt idx="10">
                  <c:v>4.5</c:v>
                </c:pt>
                <c:pt idx="11">
                  <c:v>4.5</c:v>
                </c:pt>
                <c:pt idx="12">
                  <c:v>4.5</c:v>
                </c:pt>
                <c:pt idx="13">
                  <c:v>4.8</c:v>
                </c:pt>
                <c:pt idx="14">
                  <c:v>4.7</c:v>
                </c:pt>
                <c:pt idx="15">
                  <c:v>4.7</c:v>
                </c:pt>
                <c:pt idx="16">
                  <c:v>4.8</c:v>
                </c:pt>
                <c:pt idx="17">
                  <c:v>4.8</c:v>
                </c:pt>
                <c:pt idx="18">
                  <c:v>4.8</c:v>
                </c:pt>
                <c:pt idx="19">
                  <c:v>4.8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Sheet1!$E$2:$E$21</c:f>
              <c:numCache>
                <c:formatCode>0.0</c:formatCode>
                <c:ptCount val="20"/>
                <c:pt idx="0">
                  <c:v>3.1</c:v>
                </c:pt>
                <c:pt idx="1">
                  <c:v>3.4</c:v>
                </c:pt>
                <c:pt idx="2">
                  <c:v>2.9</c:v>
                </c:pt>
                <c:pt idx="3">
                  <c:v>2.9</c:v>
                </c:pt>
                <c:pt idx="4">
                  <c:v>2.6</c:v>
                </c:pt>
                <c:pt idx="5">
                  <c:v>2.7</c:v>
                </c:pt>
                <c:pt idx="6">
                  <c:v>2.7</c:v>
                </c:pt>
                <c:pt idx="7">
                  <c:v>2.9</c:v>
                </c:pt>
                <c:pt idx="8">
                  <c:v>2.8</c:v>
                </c:pt>
                <c:pt idx="9">
                  <c:v>2.8</c:v>
                </c:pt>
                <c:pt idx="10">
                  <c:v>2.8</c:v>
                </c:pt>
                <c:pt idx="11">
                  <c:v>2.9</c:v>
                </c:pt>
                <c:pt idx="12">
                  <c:v>3.2</c:v>
                </c:pt>
                <c:pt idx="13">
                  <c:v>3.2</c:v>
                </c:pt>
                <c:pt idx="14">
                  <c:v>3.1</c:v>
                </c:pt>
                <c:pt idx="15">
                  <c:v>3.2</c:v>
                </c:pt>
                <c:pt idx="16">
                  <c:v>3.3</c:v>
                </c:pt>
                <c:pt idx="17">
                  <c:v>3.4</c:v>
                </c:pt>
                <c:pt idx="18">
                  <c:v>3.5</c:v>
                </c:pt>
                <c:pt idx="19">
                  <c:v>3.5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Sheet1!$F$2:$F$21</c:f>
              <c:numCache>
                <c:formatCode>0.0</c:formatCode>
                <c:ptCount val="20"/>
                <c:pt idx="0">
                  <c:v>1.9</c:v>
                </c:pt>
                <c:pt idx="1">
                  <c:v>1.5</c:v>
                </c:pt>
                <c:pt idx="2">
                  <c:v>1.9</c:v>
                </c:pt>
                <c:pt idx="3">
                  <c:v>1.9</c:v>
                </c:pt>
                <c:pt idx="4">
                  <c:v>1.7</c:v>
                </c:pt>
                <c:pt idx="5">
                  <c:v>1.5</c:v>
                </c:pt>
                <c:pt idx="6">
                  <c:v>1.2</c:v>
                </c:pt>
                <c:pt idx="7">
                  <c:v>1.3</c:v>
                </c:pt>
                <c:pt idx="8">
                  <c:v>1.2</c:v>
                </c:pt>
                <c:pt idx="9">
                  <c:v>1.3</c:v>
                </c:pt>
                <c:pt idx="10">
                  <c:v>1.2</c:v>
                </c:pt>
                <c:pt idx="11">
                  <c:v>1.2</c:v>
                </c:pt>
                <c:pt idx="12">
                  <c:v>1.2</c:v>
                </c:pt>
                <c:pt idx="13">
                  <c:v>1.4</c:v>
                </c:pt>
                <c:pt idx="14">
                  <c:v>1.3</c:v>
                </c:pt>
                <c:pt idx="15">
                  <c:v>1.3</c:v>
                </c:pt>
                <c:pt idx="16">
                  <c:v>1.4</c:v>
                </c:pt>
                <c:pt idx="17">
                  <c:v>1.4</c:v>
                </c:pt>
                <c:pt idx="18">
                  <c:v>1.4</c:v>
                </c:pt>
                <c:pt idx="19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Sheet1!$G$2:$G$21</c:f>
              <c:numCache>
                <c:formatCode>0.0</c:formatCode>
                <c:ptCount val="20"/>
                <c:pt idx="0">
                  <c:v>7.6</c:v>
                </c:pt>
                <c:pt idx="1">
                  <c:v>7.2</c:v>
                </c:pt>
                <c:pt idx="2">
                  <c:v>7.8</c:v>
                </c:pt>
                <c:pt idx="3">
                  <c:v>7.8</c:v>
                </c:pt>
                <c:pt idx="4">
                  <c:v>9.1999999999999993</c:v>
                </c:pt>
                <c:pt idx="5">
                  <c:v>8.9</c:v>
                </c:pt>
                <c:pt idx="6">
                  <c:v>9</c:v>
                </c:pt>
                <c:pt idx="7">
                  <c:v>8.3000000000000007</c:v>
                </c:pt>
                <c:pt idx="8">
                  <c:v>8.4</c:v>
                </c:pt>
                <c:pt idx="9">
                  <c:v>8.4</c:v>
                </c:pt>
                <c:pt idx="10">
                  <c:v>8.9</c:v>
                </c:pt>
                <c:pt idx="11">
                  <c:v>8.8000000000000007</c:v>
                </c:pt>
                <c:pt idx="12">
                  <c:v>9</c:v>
                </c:pt>
                <c:pt idx="13">
                  <c:v>8.8000000000000007</c:v>
                </c:pt>
                <c:pt idx="14">
                  <c:v>8.6999999999999993</c:v>
                </c:pt>
                <c:pt idx="15">
                  <c:v>8.5</c:v>
                </c:pt>
                <c:pt idx="16">
                  <c:v>8.6999999999999993</c:v>
                </c:pt>
                <c:pt idx="17">
                  <c:v>8.8000000000000007</c:v>
                </c:pt>
                <c:pt idx="18">
                  <c:v>8.6999999999999993</c:v>
                </c:pt>
                <c:pt idx="19">
                  <c:v>8.8000000000000007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Sheet1!$B$2:$B$18</c:f>
              <c:numCache>
                <c:formatCode>0.0</c:formatCode>
                <c:ptCount val="17"/>
                <c:pt idx="0">
                  <c:v>46.4</c:v>
                </c:pt>
                <c:pt idx="1">
                  <c:v>46.7</c:v>
                </c:pt>
                <c:pt idx="2">
                  <c:v>47.8</c:v>
                </c:pt>
                <c:pt idx="3">
                  <c:v>48.3</c:v>
                </c:pt>
                <c:pt idx="4">
                  <c:v>47.1</c:v>
                </c:pt>
                <c:pt idx="5">
                  <c:v>46.8</c:v>
                </c:pt>
                <c:pt idx="6">
                  <c:v>46.6</c:v>
                </c:pt>
                <c:pt idx="7">
                  <c:v>45.6</c:v>
                </c:pt>
                <c:pt idx="8">
                  <c:v>43.9</c:v>
                </c:pt>
                <c:pt idx="9">
                  <c:v>44</c:v>
                </c:pt>
                <c:pt idx="10">
                  <c:v>44.3</c:v>
                </c:pt>
                <c:pt idx="11">
                  <c:v>45</c:v>
                </c:pt>
                <c:pt idx="12">
                  <c:v>45.2</c:v>
                </c:pt>
                <c:pt idx="13">
                  <c:v>44.2</c:v>
                </c:pt>
                <c:pt idx="14">
                  <c:v>44.3</c:v>
                </c:pt>
                <c:pt idx="15">
                  <c:v>44.8</c:v>
                </c:pt>
                <c:pt idx="16">
                  <c:v>45.4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Sheet1!$C$2:$C$18</c:f>
              <c:numCache>
                <c:formatCode>0.0</c:formatCode>
                <c:ptCount val="17"/>
                <c:pt idx="0">
                  <c:v>35.6</c:v>
                </c:pt>
                <c:pt idx="1">
                  <c:v>35.700000000000003</c:v>
                </c:pt>
                <c:pt idx="2">
                  <c:v>35.5</c:v>
                </c:pt>
                <c:pt idx="3">
                  <c:v>36</c:v>
                </c:pt>
                <c:pt idx="4">
                  <c:v>36.200000000000003</c:v>
                </c:pt>
                <c:pt idx="5">
                  <c:v>37.299999999999997</c:v>
                </c:pt>
                <c:pt idx="6">
                  <c:v>36.700000000000003</c:v>
                </c:pt>
                <c:pt idx="7">
                  <c:v>37.9</c:v>
                </c:pt>
                <c:pt idx="8">
                  <c:v>37.6</c:v>
                </c:pt>
                <c:pt idx="9">
                  <c:v>37.700000000000003</c:v>
                </c:pt>
                <c:pt idx="10">
                  <c:v>37.799999999999997</c:v>
                </c:pt>
                <c:pt idx="11">
                  <c:v>37.5</c:v>
                </c:pt>
                <c:pt idx="12">
                  <c:v>37.700000000000003</c:v>
                </c:pt>
                <c:pt idx="13">
                  <c:v>36.799999999999997</c:v>
                </c:pt>
                <c:pt idx="14">
                  <c:v>36.6</c:v>
                </c:pt>
                <c:pt idx="15">
                  <c:v>36.200000000000003</c:v>
                </c:pt>
                <c:pt idx="16">
                  <c:v>35.799999999999997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Sheet1!$D$2:$D$18</c:f>
              <c:numCache>
                <c:formatCode>0.0</c:formatCode>
                <c:ptCount val="17"/>
                <c:pt idx="0">
                  <c:v>4.9000000000000004</c:v>
                </c:pt>
                <c:pt idx="1">
                  <c:v>4.3</c:v>
                </c:pt>
                <c:pt idx="2">
                  <c:v>4</c:v>
                </c:pt>
                <c:pt idx="3">
                  <c:v>4.0999999999999996</c:v>
                </c:pt>
                <c:pt idx="4">
                  <c:v>4.9000000000000004</c:v>
                </c:pt>
                <c:pt idx="5">
                  <c:v>4.8</c:v>
                </c:pt>
                <c:pt idx="6">
                  <c:v>5.2</c:v>
                </c:pt>
                <c:pt idx="7">
                  <c:v>5.0999999999999996</c:v>
                </c:pt>
                <c:pt idx="8">
                  <c:v>4.5999999999999996</c:v>
                </c:pt>
                <c:pt idx="9">
                  <c:v>4.4000000000000004</c:v>
                </c:pt>
                <c:pt idx="10">
                  <c:v>4.9000000000000004</c:v>
                </c:pt>
                <c:pt idx="11">
                  <c:v>4.5</c:v>
                </c:pt>
                <c:pt idx="12">
                  <c:v>4.8</c:v>
                </c:pt>
                <c:pt idx="13">
                  <c:v>4.8</c:v>
                </c:pt>
                <c:pt idx="14">
                  <c:v>4.9000000000000004</c:v>
                </c:pt>
                <c:pt idx="15">
                  <c:v>4.9000000000000004</c:v>
                </c:pt>
                <c:pt idx="16">
                  <c:v>4.9000000000000004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Sheet1!$E$2:$E$18</c:f>
              <c:numCache>
                <c:formatCode>0.0</c:formatCode>
                <c:ptCount val="17"/>
                <c:pt idx="0">
                  <c:v>3.1</c:v>
                </c:pt>
                <c:pt idx="1">
                  <c:v>2.5</c:v>
                </c:pt>
                <c:pt idx="2">
                  <c:v>2.6</c:v>
                </c:pt>
                <c:pt idx="3">
                  <c:v>2.5</c:v>
                </c:pt>
                <c:pt idx="4">
                  <c:v>3</c:v>
                </c:pt>
                <c:pt idx="5">
                  <c:v>2.6</c:v>
                </c:pt>
                <c:pt idx="6">
                  <c:v>2.9</c:v>
                </c:pt>
                <c:pt idx="7">
                  <c:v>2.8</c:v>
                </c:pt>
                <c:pt idx="8">
                  <c:v>3.3</c:v>
                </c:pt>
                <c:pt idx="9">
                  <c:v>3.4</c:v>
                </c:pt>
                <c:pt idx="10">
                  <c:v>3.2</c:v>
                </c:pt>
                <c:pt idx="11">
                  <c:v>3.1</c:v>
                </c:pt>
                <c:pt idx="12">
                  <c:v>3.2</c:v>
                </c:pt>
                <c:pt idx="13">
                  <c:v>3.7</c:v>
                </c:pt>
                <c:pt idx="14">
                  <c:v>3.7</c:v>
                </c:pt>
                <c:pt idx="15">
                  <c:v>3.9</c:v>
                </c:pt>
                <c:pt idx="16">
                  <c:v>3.9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Sheet1!$F$2:$F$18</c:f>
              <c:numCache>
                <c:formatCode>0.0</c:formatCode>
                <c:ptCount val="17"/>
                <c:pt idx="0">
                  <c:v>1.6</c:v>
                </c:pt>
                <c:pt idx="1">
                  <c:v>1.7</c:v>
                </c:pt>
                <c:pt idx="2">
                  <c:v>1.5</c:v>
                </c:pt>
                <c:pt idx="3">
                  <c:v>1.2</c:v>
                </c:pt>
                <c:pt idx="4">
                  <c:v>1.4</c:v>
                </c:pt>
                <c:pt idx="5">
                  <c:v>1.4</c:v>
                </c:pt>
                <c:pt idx="6">
                  <c:v>1.2</c:v>
                </c:pt>
                <c:pt idx="7">
                  <c:v>1.1000000000000001</c:v>
                </c:pt>
                <c:pt idx="8">
                  <c:v>1.1000000000000001</c:v>
                </c:pt>
                <c:pt idx="9">
                  <c:v>1.1000000000000001</c:v>
                </c:pt>
                <c:pt idx="10">
                  <c:v>1.1000000000000001</c:v>
                </c:pt>
                <c:pt idx="11">
                  <c:v>0.9</c:v>
                </c:pt>
                <c:pt idx="12">
                  <c:v>1.1000000000000001</c:v>
                </c:pt>
                <c:pt idx="13">
                  <c:v>1.1000000000000001</c:v>
                </c:pt>
                <c:pt idx="14">
                  <c:v>1</c:v>
                </c:pt>
                <c:pt idx="15">
                  <c:v>1</c:v>
                </c:pt>
                <c:pt idx="16">
                  <c:v>0.9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Sheet1!$G$2:$G$18</c:f>
              <c:numCache>
                <c:formatCode>0.0</c:formatCode>
                <c:ptCount val="17"/>
                <c:pt idx="0">
                  <c:v>8.3000000000000007</c:v>
                </c:pt>
                <c:pt idx="1">
                  <c:v>8.9</c:v>
                </c:pt>
                <c:pt idx="2">
                  <c:v>8.6</c:v>
                </c:pt>
                <c:pt idx="3">
                  <c:v>8</c:v>
                </c:pt>
                <c:pt idx="4">
                  <c:v>7.4</c:v>
                </c:pt>
                <c:pt idx="5">
                  <c:v>7.1</c:v>
                </c:pt>
                <c:pt idx="6">
                  <c:v>7.5</c:v>
                </c:pt>
                <c:pt idx="7">
                  <c:v>8.5</c:v>
                </c:pt>
                <c:pt idx="8">
                  <c:v>9.5</c:v>
                </c:pt>
                <c:pt idx="9">
                  <c:v>9.4</c:v>
                </c:pt>
                <c:pt idx="10">
                  <c:v>8.8000000000000007</c:v>
                </c:pt>
                <c:pt idx="11">
                  <c:v>8.9</c:v>
                </c:pt>
                <c:pt idx="12">
                  <c:v>8.1</c:v>
                </c:pt>
                <c:pt idx="13">
                  <c:v>9.5</c:v>
                </c:pt>
                <c:pt idx="14">
                  <c:v>9.4</c:v>
                </c:pt>
                <c:pt idx="15">
                  <c:v>9.1999999999999993</c:v>
                </c:pt>
                <c:pt idx="16">
                  <c:v>9.1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Sheet1!$B$2:$B$21</c:f>
              <c:numCache>
                <c:formatCode>0.0</c:formatCode>
                <c:ptCount val="20"/>
                <c:pt idx="0">
                  <c:v>41</c:v>
                </c:pt>
                <c:pt idx="1">
                  <c:v>41</c:v>
                </c:pt>
                <c:pt idx="2">
                  <c:v>40.4</c:v>
                </c:pt>
                <c:pt idx="3">
                  <c:v>39.9</c:v>
                </c:pt>
                <c:pt idx="4">
                  <c:v>39.6</c:v>
                </c:pt>
                <c:pt idx="5">
                  <c:v>39.700000000000003</c:v>
                </c:pt>
                <c:pt idx="6">
                  <c:v>38.700000000000003</c:v>
                </c:pt>
                <c:pt idx="7">
                  <c:v>39</c:v>
                </c:pt>
                <c:pt idx="8">
                  <c:v>40</c:v>
                </c:pt>
                <c:pt idx="9">
                  <c:v>41</c:v>
                </c:pt>
                <c:pt idx="10">
                  <c:v>40.700000000000003</c:v>
                </c:pt>
                <c:pt idx="11">
                  <c:v>40.6</c:v>
                </c:pt>
                <c:pt idx="12">
                  <c:v>40.6</c:v>
                </c:pt>
                <c:pt idx="13">
                  <c:v>40.6</c:v>
                </c:pt>
                <c:pt idx="14">
                  <c:v>40.9</c:v>
                </c:pt>
                <c:pt idx="15">
                  <c:v>41</c:v>
                </c:pt>
                <c:pt idx="16">
                  <c:v>41</c:v>
                </c:pt>
                <c:pt idx="17">
                  <c:v>41.2</c:v>
                </c:pt>
                <c:pt idx="18">
                  <c:v>41.1</c:v>
                </c:pt>
                <c:pt idx="19">
                  <c:v>41.3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Sheet1!$C$2:$C$21</c:f>
              <c:numCache>
                <c:formatCode>0.0</c:formatCode>
                <c:ptCount val="20"/>
                <c:pt idx="0">
                  <c:v>38.700000000000003</c:v>
                </c:pt>
                <c:pt idx="1">
                  <c:v>38.6</c:v>
                </c:pt>
                <c:pt idx="2">
                  <c:v>38.4</c:v>
                </c:pt>
                <c:pt idx="3">
                  <c:v>38.6</c:v>
                </c:pt>
                <c:pt idx="4">
                  <c:v>38.6</c:v>
                </c:pt>
                <c:pt idx="5">
                  <c:v>38.799999999999997</c:v>
                </c:pt>
                <c:pt idx="6">
                  <c:v>39.5</c:v>
                </c:pt>
                <c:pt idx="7">
                  <c:v>39.1</c:v>
                </c:pt>
                <c:pt idx="8">
                  <c:v>38.200000000000003</c:v>
                </c:pt>
                <c:pt idx="9">
                  <c:v>38.700000000000003</c:v>
                </c:pt>
                <c:pt idx="10">
                  <c:v>38.700000000000003</c:v>
                </c:pt>
                <c:pt idx="11">
                  <c:v>38.700000000000003</c:v>
                </c:pt>
                <c:pt idx="12">
                  <c:v>38.4</c:v>
                </c:pt>
                <c:pt idx="13">
                  <c:v>38.5</c:v>
                </c:pt>
                <c:pt idx="14">
                  <c:v>38.299999999999997</c:v>
                </c:pt>
                <c:pt idx="15">
                  <c:v>37.9</c:v>
                </c:pt>
                <c:pt idx="16">
                  <c:v>37.9</c:v>
                </c:pt>
                <c:pt idx="17">
                  <c:v>37.799999999999997</c:v>
                </c:pt>
                <c:pt idx="18">
                  <c:v>37.799999999999997</c:v>
                </c:pt>
                <c:pt idx="19">
                  <c:v>37.6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Sheet1!$D$2:$D$21</c:f>
              <c:numCache>
                <c:formatCode>0.0</c:formatCode>
                <c:ptCount val="20"/>
                <c:pt idx="0">
                  <c:v>6.6</c:v>
                </c:pt>
                <c:pt idx="1">
                  <c:v>6.7</c:v>
                </c:pt>
                <c:pt idx="2">
                  <c:v>6.8</c:v>
                </c:pt>
                <c:pt idx="3">
                  <c:v>5.9</c:v>
                </c:pt>
                <c:pt idx="4">
                  <c:v>5.6</c:v>
                </c:pt>
                <c:pt idx="5">
                  <c:v>5.4</c:v>
                </c:pt>
                <c:pt idx="6">
                  <c:v>5.8</c:v>
                </c:pt>
                <c:pt idx="7">
                  <c:v>6.5</c:v>
                </c:pt>
                <c:pt idx="8">
                  <c:v>6.4</c:v>
                </c:pt>
                <c:pt idx="9">
                  <c:v>5.5</c:v>
                </c:pt>
                <c:pt idx="10">
                  <c:v>5.2</c:v>
                </c:pt>
                <c:pt idx="11">
                  <c:v>5.5</c:v>
                </c:pt>
                <c:pt idx="12">
                  <c:v>5.5</c:v>
                </c:pt>
                <c:pt idx="13">
                  <c:v>5.9</c:v>
                </c:pt>
                <c:pt idx="14">
                  <c:v>5.8</c:v>
                </c:pt>
                <c:pt idx="15">
                  <c:v>5.9</c:v>
                </c:pt>
                <c:pt idx="16">
                  <c:v>5.8</c:v>
                </c:pt>
                <c:pt idx="17">
                  <c:v>5.7</c:v>
                </c:pt>
                <c:pt idx="18">
                  <c:v>5.7</c:v>
                </c:pt>
                <c:pt idx="19">
                  <c:v>5.8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Sheet1!$E$2:$E$21</c:f>
              <c:numCache>
                <c:formatCode>0.0</c:formatCode>
                <c:ptCount val="20"/>
                <c:pt idx="0">
                  <c:v>3.7</c:v>
                </c:pt>
                <c:pt idx="1">
                  <c:v>4.3</c:v>
                </c:pt>
                <c:pt idx="2">
                  <c:v>4</c:v>
                </c:pt>
                <c:pt idx="3">
                  <c:v>4</c:v>
                </c:pt>
                <c:pt idx="4">
                  <c:v>3.5</c:v>
                </c:pt>
                <c:pt idx="5">
                  <c:v>3.9</c:v>
                </c:pt>
                <c:pt idx="6">
                  <c:v>4.3</c:v>
                </c:pt>
                <c:pt idx="7">
                  <c:v>4.0999999999999996</c:v>
                </c:pt>
                <c:pt idx="8">
                  <c:v>4.0999999999999996</c:v>
                </c:pt>
                <c:pt idx="9">
                  <c:v>3.7</c:v>
                </c:pt>
                <c:pt idx="10">
                  <c:v>3.8</c:v>
                </c:pt>
                <c:pt idx="11">
                  <c:v>3.7</c:v>
                </c:pt>
                <c:pt idx="12">
                  <c:v>3.8</c:v>
                </c:pt>
                <c:pt idx="13">
                  <c:v>3.8</c:v>
                </c:pt>
                <c:pt idx="14">
                  <c:v>3.9</c:v>
                </c:pt>
                <c:pt idx="15">
                  <c:v>3.9</c:v>
                </c:pt>
                <c:pt idx="16">
                  <c:v>3.8</c:v>
                </c:pt>
                <c:pt idx="17">
                  <c:v>3.9</c:v>
                </c:pt>
                <c:pt idx="18">
                  <c:v>3.9</c:v>
                </c:pt>
                <c:pt idx="19">
                  <c:v>3.9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Sheet1!$F$2:$F$21</c:f>
              <c:numCache>
                <c:formatCode>0.0</c:formatCode>
                <c:ptCount val="20"/>
                <c:pt idx="0">
                  <c:v>2</c:v>
                </c:pt>
                <c:pt idx="1">
                  <c:v>1.7</c:v>
                </c:pt>
                <c:pt idx="2">
                  <c:v>1.9</c:v>
                </c:pt>
                <c:pt idx="3">
                  <c:v>1.8</c:v>
                </c:pt>
                <c:pt idx="4">
                  <c:v>2.5</c:v>
                </c:pt>
                <c:pt idx="5">
                  <c:v>2.4</c:v>
                </c:pt>
                <c:pt idx="6">
                  <c:v>1.8</c:v>
                </c:pt>
                <c:pt idx="7">
                  <c:v>1.9</c:v>
                </c:pt>
                <c:pt idx="8">
                  <c:v>1.8</c:v>
                </c:pt>
                <c:pt idx="9">
                  <c:v>1.9</c:v>
                </c:pt>
                <c:pt idx="10">
                  <c:v>1.8</c:v>
                </c:pt>
                <c:pt idx="11">
                  <c:v>1.7</c:v>
                </c:pt>
                <c:pt idx="12">
                  <c:v>1.7</c:v>
                </c:pt>
                <c:pt idx="13">
                  <c:v>1.6</c:v>
                </c:pt>
                <c:pt idx="14">
                  <c:v>1.6</c:v>
                </c:pt>
                <c:pt idx="15">
                  <c:v>1.7</c:v>
                </c:pt>
                <c:pt idx="16">
                  <c:v>1.7</c:v>
                </c:pt>
                <c:pt idx="17">
                  <c:v>1.6</c:v>
                </c:pt>
                <c:pt idx="18">
                  <c:v>1.6</c:v>
                </c:pt>
                <c:pt idx="19">
                  <c:v>1.5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Sheet1!$G$2:$G$21</c:f>
              <c:numCache>
                <c:formatCode>0.0</c:formatCode>
                <c:ptCount val="20"/>
                <c:pt idx="0">
                  <c:v>7.8</c:v>
                </c:pt>
                <c:pt idx="1">
                  <c:v>7.6</c:v>
                </c:pt>
                <c:pt idx="2">
                  <c:v>8.4</c:v>
                </c:pt>
                <c:pt idx="3">
                  <c:v>9.8000000000000007</c:v>
                </c:pt>
                <c:pt idx="4">
                  <c:v>10.199999999999999</c:v>
                </c:pt>
                <c:pt idx="5">
                  <c:v>9.8000000000000007</c:v>
                </c:pt>
                <c:pt idx="6">
                  <c:v>10</c:v>
                </c:pt>
                <c:pt idx="7">
                  <c:v>9.5</c:v>
                </c:pt>
                <c:pt idx="8">
                  <c:v>9.5</c:v>
                </c:pt>
                <c:pt idx="9">
                  <c:v>9.1999999999999993</c:v>
                </c:pt>
                <c:pt idx="10">
                  <c:v>9.6999999999999993</c:v>
                </c:pt>
                <c:pt idx="11">
                  <c:v>9.8000000000000007</c:v>
                </c:pt>
                <c:pt idx="12">
                  <c:v>10</c:v>
                </c:pt>
                <c:pt idx="13">
                  <c:v>9.6999999999999993</c:v>
                </c:pt>
                <c:pt idx="14">
                  <c:v>9.5</c:v>
                </c:pt>
                <c:pt idx="15">
                  <c:v>9.6</c:v>
                </c:pt>
                <c:pt idx="16">
                  <c:v>9.6999999999999993</c:v>
                </c:pt>
                <c:pt idx="17">
                  <c:v>9.9</c:v>
                </c:pt>
                <c:pt idx="18">
                  <c:v>9.9</c:v>
                </c:pt>
                <c:pt idx="19">
                  <c:v>9.9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Sheet1!$B$2:$B$21</c:f>
              <c:numCache>
                <c:formatCode>0.0</c:formatCode>
                <c:ptCount val="20"/>
                <c:pt idx="0">
                  <c:v>51.1</c:v>
                </c:pt>
                <c:pt idx="1">
                  <c:v>51.5</c:v>
                </c:pt>
                <c:pt idx="2">
                  <c:v>51.6</c:v>
                </c:pt>
                <c:pt idx="3">
                  <c:v>52.4</c:v>
                </c:pt>
                <c:pt idx="4">
                  <c:v>53.1</c:v>
                </c:pt>
                <c:pt idx="5">
                  <c:v>54</c:v>
                </c:pt>
                <c:pt idx="6">
                  <c:v>57.3</c:v>
                </c:pt>
                <c:pt idx="7">
                  <c:v>55.3</c:v>
                </c:pt>
                <c:pt idx="8">
                  <c:v>53.4</c:v>
                </c:pt>
                <c:pt idx="9">
                  <c:v>52.4</c:v>
                </c:pt>
                <c:pt idx="10">
                  <c:v>50.7</c:v>
                </c:pt>
                <c:pt idx="11">
                  <c:v>50.4</c:v>
                </c:pt>
                <c:pt idx="12">
                  <c:v>49.9</c:v>
                </c:pt>
                <c:pt idx="13">
                  <c:v>49.3</c:v>
                </c:pt>
                <c:pt idx="14">
                  <c:v>49.8</c:v>
                </c:pt>
                <c:pt idx="15">
                  <c:v>49.5</c:v>
                </c:pt>
                <c:pt idx="16">
                  <c:v>49.2</c:v>
                </c:pt>
                <c:pt idx="17">
                  <c:v>49.2</c:v>
                </c:pt>
                <c:pt idx="18">
                  <c:v>49.3</c:v>
                </c:pt>
                <c:pt idx="19">
                  <c:v>49.6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Sheet1!$C$2:$C$21</c:f>
              <c:numCache>
                <c:formatCode>0.0</c:formatCode>
                <c:ptCount val="20"/>
                <c:pt idx="0">
                  <c:v>34</c:v>
                </c:pt>
                <c:pt idx="1">
                  <c:v>34.1</c:v>
                </c:pt>
                <c:pt idx="2">
                  <c:v>33</c:v>
                </c:pt>
                <c:pt idx="3">
                  <c:v>31.9</c:v>
                </c:pt>
                <c:pt idx="4">
                  <c:v>32.799999999999997</c:v>
                </c:pt>
                <c:pt idx="5">
                  <c:v>32.700000000000003</c:v>
                </c:pt>
                <c:pt idx="6">
                  <c:v>30.3</c:v>
                </c:pt>
                <c:pt idx="7">
                  <c:v>32.299999999999997</c:v>
                </c:pt>
                <c:pt idx="8">
                  <c:v>34.1</c:v>
                </c:pt>
                <c:pt idx="9">
                  <c:v>33.9</c:v>
                </c:pt>
                <c:pt idx="10">
                  <c:v>35.200000000000003</c:v>
                </c:pt>
                <c:pt idx="11">
                  <c:v>35.6</c:v>
                </c:pt>
                <c:pt idx="12">
                  <c:v>35.6</c:v>
                </c:pt>
                <c:pt idx="13">
                  <c:v>35.5</c:v>
                </c:pt>
                <c:pt idx="14">
                  <c:v>35.6</c:v>
                </c:pt>
                <c:pt idx="15">
                  <c:v>36.200000000000003</c:v>
                </c:pt>
                <c:pt idx="16">
                  <c:v>35.299999999999997</c:v>
                </c:pt>
                <c:pt idx="17">
                  <c:v>35.200000000000003</c:v>
                </c:pt>
                <c:pt idx="18">
                  <c:v>35.1</c:v>
                </c:pt>
                <c:pt idx="19">
                  <c:v>35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Sheet1!$D$2:$D$21</c:f>
              <c:numCache>
                <c:formatCode>0.0</c:formatCode>
                <c:ptCount val="20"/>
                <c:pt idx="0">
                  <c:v>4.2</c:v>
                </c:pt>
                <c:pt idx="1">
                  <c:v>4.0999999999999996</c:v>
                </c:pt>
                <c:pt idx="2">
                  <c:v>4.4000000000000004</c:v>
                </c:pt>
                <c:pt idx="3">
                  <c:v>4</c:v>
                </c:pt>
                <c:pt idx="4">
                  <c:v>3.3</c:v>
                </c:pt>
                <c:pt idx="5">
                  <c:v>3.1</c:v>
                </c:pt>
                <c:pt idx="6">
                  <c:v>2.6</c:v>
                </c:pt>
                <c:pt idx="7">
                  <c:v>2.9</c:v>
                </c:pt>
                <c:pt idx="8">
                  <c:v>3.2</c:v>
                </c:pt>
                <c:pt idx="9">
                  <c:v>4</c:v>
                </c:pt>
                <c:pt idx="10">
                  <c:v>3.8</c:v>
                </c:pt>
                <c:pt idx="11">
                  <c:v>3.5</c:v>
                </c:pt>
                <c:pt idx="12">
                  <c:v>3.4</c:v>
                </c:pt>
                <c:pt idx="13">
                  <c:v>3.6</c:v>
                </c:pt>
                <c:pt idx="14">
                  <c:v>3.5</c:v>
                </c:pt>
                <c:pt idx="15">
                  <c:v>3.5</c:v>
                </c:pt>
                <c:pt idx="16">
                  <c:v>3.8</c:v>
                </c:pt>
                <c:pt idx="17">
                  <c:v>3.9</c:v>
                </c:pt>
                <c:pt idx="18">
                  <c:v>3.9</c:v>
                </c:pt>
                <c:pt idx="19">
                  <c:v>3.7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Sheet1!$E$2:$E$21</c:f>
              <c:numCache>
                <c:formatCode>0.0</c:formatCode>
                <c:ptCount val="20"/>
                <c:pt idx="0">
                  <c:v>2.5</c:v>
                </c:pt>
                <c:pt idx="1">
                  <c:v>2.2999999999999998</c:v>
                </c:pt>
                <c:pt idx="2">
                  <c:v>1.8</c:v>
                </c:pt>
                <c:pt idx="3">
                  <c:v>2.2000000000000002</c:v>
                </c:pt>
                <c:pt idx="4">
                  <c:v>1.7</c:v>
                </c:pt>
                <c:pt idx="5">
                  <c:v>1.5</c:v>
                </c:pt>
                <c:pt idx="6">
                  <c:v>1.1000000000000001</c:v>
                </c:pt>
                <c:pt idx="7">
                  <c:v>1.6</c:v>
                </c:pt>
                <c:pt idx="8">
                  <c:v>1.4</c:v>
                </c:pt>
                <c:pt idx="9">
                  <c:v>1.8</c:v>
                </c:pt>
                <c:pt idx="10">
                  <c:v>1.8</c:v>
                </c:pt>
                <c:pt idx="11">
                  <c:v>2.1</c:v>
                </c:pt>
                <c:pt idx="12">
                  <c:v>2.5</c:v>
                </c:pt>
                <c:pt idx="13">
                  <c:v>2.5</c:v>
                </c:pt>
                <c:pt idx="14">
                  <c:v>2.4</c:v>
                </c:pt>
                <c:pt idx="15">
                  <c:v>2.5</c:v>
                </c:pt>
                <c:pt idx="16">
                  <c:v>2.8</c:v>
                </c:pt>
                <c:pt idx="17">
                  <c:v>2.9</c:v>
                </c:pt>
                <c:pt idx="18">
                  <c:v>3.1</c:v>
                </c:pt>
                <c:pt idx="19">
                  <c:v>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Sheet1!$F$2:$F$21</c:f>
              <c:numCache>
                <c:formatCode>0.0</c:formatCode>
                <c:ptCount val="20"/>
                <c:pt idx="0">
                  <c:v>0.8</c:v>
                </c:pt>
                <c:pt idx="1">
                  <c:v>1.3</c:v>
                </c:pt>
                <c:pt idx="2">
                  <c:v>2</c:v>
                </c:pt>
                <c:pt idx="3">
                  <c:v>1.5</c:v>
                </c:pt>
                <c:pt idx="4">
                  <c:v>0.8</c:v>
                </c:pt>
                <c:pt idx="5">
                  <c:v>0.6</c:v>
                </c:pt>
                <c:pt idx="6">
                  <c:v>0.7</c:v>
                </c:pt>
                <c:pt idx="7">
                  <c:v>0.7</c:v>
                </c:pt>
                <c:pt idx="8">
                  <c:v>0.6</c:v>
                </c:pt>
                <c:pt idx="9">
                  <c:v>0.5</c:v>
                </c:pt>
                <c:pt idx="10">
                  <c:v>0.6</c:v>
                </c:pt>
                <c:pt idx="11">
                  <c:v>0.6</c:v>
                </c:pt>
                <c:pt idx="12">
                  <c:v>0.6</c:v>
                </c:pt>
                <c:pt idx="13">
                  <c:v>1.1000000000000001</c:v>
                </c:pt>
                <c:pt idx="14">
                  <c:v>0.9</c:v>
                </c:pt>
                <c:pt idx="15">
                  <c:v>0.9</c:v>
                </c:pt>
                <c:pt idx="16">
                  <c:v>1.2</c:v>
                </c:pt>
                <c:pt idx="17">
                  <c:v>1.2</c:v>
                </c:pt>
                <c:pt idx="18">
                  <c:v>1.2</c:v>
                </c:pt>
                <c:pt idx="19">
                  <c:v>1.1000000000000001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Sheet1!$G$2:$G$21</c:f>
              <c:numCache>
                <c:formatCode>0.0</c:formatCode>
                <c:ptCount val="20"/>
                <c:pt idx="0">
                  <c:v>7.4</c:v>
                </c:pt>
                <c:pt idx="1">
                  <c:v>6.7</c:v>
                </c:pt>
                <c:pt idx="2">
                  <c:v>7.2</c:v>
                </c:pt>
                <c:pt idx="3">
                  <c:v>8.1</c:v>
                </c:pt>
                <c:pt idx="4">
                  <c:v>8.3000000000000007</c:v>
                </c:pt>
                <c:pt idx="5">
                  <c:v>8.1</c:v>
                </c:pt>
                <c:pt idx="6">
                  <c:v>8.1</c:v>
                </c:pt>
                <c:pt idx="7">
                  <c:v>7.2</c:v>
                </c:pt>
                <c:pt idx="8">
                  <c:v>7.3</c:v>
                </c:pt>
                <c:pt idx="9">
                  <c:v>7.5</c:v>
                </c:pt>
                <c:pt idx="10">
                  <c:v>8</c:v>
                </c:pt>
                <c:pt idx="11">
                  <c:v>7.8</c:v>
                </c:pt>
                <c:pt idx="12">
                  <c:v>8</c:v>
                </c:pt>
                <c:pt idx="13">
                  <c:v>7.9</c:v>
                </c:pt>
                <c:pt idx="14">
                  <c:v>7.8</c:v>
                </c:pt>
                <c:pt idx="15">
                  <c:v>7.4</c:v>
                </c:pt>
                <c:pt idx="16">
                  <c:v>7.7</c:v>
                </c:pt>
                <c:pt idx="17">
                  <c:v>7.6</c:v>
                </c:pt>
                <c:pt idx="18">
                  <c:v>7.5</c:v>
                </c:pt>
                <c:pt idx="19">
                  <c:v>7.6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Sheet1!$B$2:$B$21</c:f>
              <c:numCache>
                <c:formatCode>0.0</c:formatCode>
                <c:ptCount val="20"/>
                <c:pt idx="0">
                  <c:v>45.2</c:v>
                </c:pt>
                <c:pt idx="1">
                  <c:v>45.9</c:v>
                </c:pt>
                <c:pt idx="2">
                  <c:v>43.5</c:v>
                </c:pt>
                <c:pt idx="3">
                  <c:v>47.3</c:v>
                </c:pt>
                <c:pt idx="4">
                  <c:v>49.3</c:v>
                </c:pt>
                <c:pt idx="5">
                  <c:v>50.8</c:v>
                </c:pt>
                <c:pt idx="6">
                  <c:v>50.1</c:v>
                </c:pt>
                <c:pt idx="7">
                  <c:v>46.9</c:v>
                </c:pt>
                <c:pt idx="8">
                  <c:v>48</c:v>
                </c:pt>
                <c:pt idx="9">
                  <c:v>47.8</c:v>
                </c:pt>
                <c:pt idx="10">
                  <c:v>45.6</c:v>
                </c:pt>
                <c:pt idx="11">
                  <c:v>45</c:v>
                </c:pt>
                <c:pt idx="12">
                  <c:v>47.5</c:v>
                </c:pt>
                <c:pt idx="13">
                  <c:v>44.8</c:v>
                </c:pt>
                <c:pt idx="14">
                  <c:v>45.1</c:v>
                </c:pt>
                <c:pt idx="15">
                  <c:v>44.9</c:v>
                </c:pt>
                <c:pt idx="16">
                  <c:v>45.2</c:v>
                </c:pt>
                <c:pt idx="17">
                  <c:v>45.2</c:v>
                </c:pt>
                <c:pt idx="18">
                  <c:v>46.5</c:v>
                </c:pt>
                <c:pt idx="19">
                  <c:v>45.7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Sheet1!$C$2:$C$21</c:f>
              <c:numCache>
                <c:formatCode>0.0</c:formatCode>
                <c:ptCount val="20"/>
                <c:pt idx="0">
                  <c:v>41.5</c:v>
                </c:pt>
                <c:pt idx="1">
                  <c:v>38.9</c:v>
                </c:pt>
                <c:pt idx="2">
                  <c:v>39.6</c:v>
                </c:pt>
                <c:pt idx="3">
                  <c:v>34.4</c:v>
                </c:pt>
                <c:pt idx="4">
                  <c:v>34.1</c:v>
                </c:pt>
                <c:pt idx="5">
                  <c:v>32.5</c:v>
                </c:pt>
                <c:pt idx="6">
                  <c:v>32.4</c:v>
                </c:pt>
                <c:pt idx="7">
                  <c:v>35.5</c:v>
                </c:pt>
                <c:pt idx="8">
                  <c:v>35.1</c:v>
                </c:pt>
                <c:pt idx="9">
                  <c:v>34.6</c:v>
                </c:pt>
                <c:pt idx="10">
                  <c:v>36.4</c:v>
                </c:pt>
                <c:pt idx="11">
                  <c:v>38.6</c:v>
                </c:pt>
                <c:pt idx="12">
                  <c:v>36.6</c:v>
                </c:pt>
                <c:pt idx="13">
                  <c:v>38.700000000000003</c:v>
                </c:pt>
                <c:pt idx="14">
                  <c:v>38.799999999999997</c:v>
                </c:pt>
                <c:pt idx="15">
                  <c:v>39.1</c:v>
                </c:pt>
                <c:pt idx="16">
                  <c:v>38.5</c:v>
                </c:pt>
                <c:pt idx="17">
                  <c:v>38.299999999999997</c:v>
                </c:pt>
                <c:pt idx="18">
                  <c:v>37.9</c:v>
                </c:pt>
                <c:pt idx="19">
                  <c:v>38.700000000000003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Sheet1!$D$2:$D$21</c:f>
              <c:numCache>
                <c:formatCode>0.0</c:formatCode>
                <c:ptCount val="20"/>
                <c:pt idx="0">
                  <c:v>6.4</c:v>
                </c:pt>
                <c:pt idx="1">
                  <c:v>6.7</c:v>
                </c:pt>
                <c:pt idx="2">
                  <c:v>8.4</c:v>
                </c:pt>
                <c:pt idx="3">
                  <c:v>9.4</c:v>
                </c:pt>
                <c:pt idx="4">
                  <c:v>8</c:v>
                </c:pt>
                <c:pt idx="5">
                  <c:v>7.8</c:v>
                </c:pt>
                <c:pt idx="6">
                  <c:v>8.6999999999999993</c:v>
                </c:pt>
                <c:pt idx="7">
                  <c:v>9.6</c:v>
                </c:pt>
                <c:pt idx="8">
                  <c:v>9.3000000000000007</c:v>
                </c:pt>
                <c:pt idx="9">
                  <c:v>9.6999999999999993</c:v>
                </c:pt>
                <c:pt idx="10">
                  <c:v>9.8000000000000007</c:v>
                </c:pt>
                <c:pt idx="11">
                  <c:v>8.9</c:v>
                </c:pt>
                <c:pt idx="12">
                  <c:v>8.5</c:v>
                </c:pt>
                <c:pt idx="13">
                  <c:v>8.3000000000000007</c:v>
                </c:pt>
                <c:pt idx="14">
                  <c:v>7.9</c:v>
                </c:pt>
                <c:pt idx="15">
                  <c:v>7.9</c:v>
                </c:pt>
                <c:pt idx="16">
                  <c:v>7.7</c:v>
                </c:pt>
                <c:pt idx="17">
                  <c:v>8</c:v>
                </c:pt>
                <c:pt idx="18">
                  <c:v>7.4</c:v>
                </c:pt>
                <c:pt idx="19">
                  <c:v>7.4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3.3637979238568582E-3"/>
                  <c:y val="-2.2415969348368214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B703-48CD-9964-F454FD79910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Sheet1!$E$2:$E$21</c:f>
              <c:numCache>
                <c:formatCode>0.0</c:formatCode>
                <c:ptCount val="20"/>
                <c:pt idx="0">
                  <c:v>2</c:v>
                </c:pt>
                <c:pt idx="1">
                  <c:v>2.2999999999999998</c:v>
                </c:pt>
                <c:pt idx="2">
                  <c:v>1.4</c:v>
                </c:pt>
                <c:pt idx="3">
                  <c:v>2</c:v>
                </c:pt>
                <c:pt idx="4">
                  <c:v>2</c:v>
                </c:pt>
                <c:pt idx="5">
                  <c:v>2.2000000000000002</c:v>
                </c:pt>
                <c:pt idx="6">
                  <c:v>2.2000000000000002</c:v>
                </c:pt>
                <c:pt idx="7">
                  <c:v>2.5</c:v>
                </c:pt>
                <c:pt idx="8">
                  <c:v>2.1</c:v>
                </c:pt>
                <c:pt idx="9">
                  <c:v>2.2000000000000002</c:v>
                </c:pt>
                <c:pt idx="10">
                  <c:v>2.2999999999999998</c:v>
                </c:pt>
                <c:pt idx="11">
                  <c:v>2.1</c:v>
                </c:pt>
                <c:pt idx="12">
                  <c:v>2.1</c:v>
                </c:pt>
                <c:pt idx="13">
                  <c:v>2</c:v>
                </c:pt>
                <c:pt idx="14">
                  <c:v>2</c:v>
                </c:pt>
                <c:pt idx="15">
                  <c:v>2.1</c:v>
                </c:pt>
                <c:pt idx="16">
                  <c:v>2.4</c:v>
                </c:pt>
                <c:pt idx="17">
                  <c:v>2.5</c:v>
                </c:pt>
                <c:pt idx="18">
                  <c:v>2.8</c:v>
                </c:pt>
                <c:pt idx="19">
                  <c:v>2.7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6637144999025735E-3"/>
                  <c:y val="5.3167325724111925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B703-48CD-9964-F454FD79910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Sheet1!$F$2:$F$21</c:f>
              <c:numCache>
                <c:formatCode>0.0</c:formatCode>
                <c:ptCount val="20"/>
                <c:pt idx="0">
                  <c:v>0.5</c:v>
                </c:pt>
                <c:pt idx="1">
                  <c:v>1.7</c:v>
                </c:pt>
                <c:pt idx="2">
                  <c:v>1.2</c:v>
                </c:pt>
                <c:pt idx="3">
                  <c:v>1</c:v>
                </c:pt>
                <c:pt idx="4">
                  <c:v>1.2</c:v>
                </c:pt>
                <c:pt idx="5">
                  <c:v>1.2</c:v>
                </c:pt>
                <c:pt idx="6">
                  <c:v>1.3</c:v>
                </c:pt>
                <c:pt idx="7">
                  <c:v>1.3</c:v>
                </c:pt>
                <c:pt idx="8">
                  <c:v>1.2</c:v>
                </c:pt>
                <c:pt idx="9">
                  <c:v>0.7</c:v>
                </c:pt>
                <c:pt idx="10">
                  <c:v>1.3</c:v>
                </c:pt>
                <c:pt idx="11">
                  <c:v>1.1000000000000001</c:v>
                </c:pt>
                <c:pt idx="12">
                  <c:v>1</c:v>
                </c:pt>
                <c:pt idx="13">
                  <c:v>1.4</c:v>
                </c:pt>
                <c:pt idx="14">
                  <c:v>1.3</c:v>
                </c:pt>
                <c:pt idx="15">
                  <c:v>1.2</c:v>
                </c:pt>
                <c:pt idx="16">
                  <c:v>1.3</c:v>
                </c:pt>
                <c:pt idx="17">
                  <c:v>1.2</c:v>
                </c:pt>
                <c:pt idx="18">
                  <c:v>1.2</c:v>
                </c:pt>
                <c:pt idx="19">
                  <c:v>1.1000000000000001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5.1878151408517544E-2"/>
                  <c:y val="-2.5505225281595201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B703-48CD-9964-F454FD79910B}"/>
                </c:ext>
              </c:extLst>
            </c:dLbl>
            <c:dLbl>
              <c:idx val="1"/>
              <c:layout>
                <c:manualLayout>
                  <c:x val="8.670211220905907E-3"/>
                  <c:y val="-3.3911213787233177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B703-48CD-9964-F454FD79910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Sheet1!$G$2:$G$21</c:f>
              <c:numCache>
                <c:formatCode>0.0</c:formatCode>
                <c:ptCount val="20"/>
                <c:pt idx="0">
                  <c:v>4.4000000000000004</c:v>
                </c:pt>
                <c:pt idx="1">
                  <c:v>4.5</c:v>
                </c:pt>
                <c:pt idx="2">
                  <c:v>5.9</c:v>
                </c:pt>
                <c:pt idx="3">
                  <c:v>5.9</c:v>
                </c:pt>
                <c:pt idx="4">
                  <c:v>5.5</c:v>
                </c:pt>
                <c:pt idx="5">
                  <c:v>5.6</c:v>
                </c:pt>
                <c:pt idx="6">
                  <c:v>5.3</c:v>
                </c:pt>
                <c:pt idx="7">
                  <c:v>4.3</c:v>
                </c:pt>
                <c:pt idx="8">
                  <c:v>4.3</c:v>
                </c:pt>
                <c:pt idx="9">
                  <c:v>4.9000000000000004</c:v>
                </c:pt>
                <c:pt idx="10">
                  <c:v>4.7</c:v>
                </c:pt>
                <c:pt idx="11">
                  <c:v>4.3</c:v>
                </c:pt>
                <c:pt idx="12">
                  <c:v>4.2</c:v>
                </c:pt>
                <c:pt idx="13">
                  <c:v>4.7</c:v>
                </c:pt>
                <c:pt idx="14">
                  <c:v>4.8</c:v>
                </c:pt>
                <c:pt idx="15">
                  <c:v>4.7</c:v>
                </c:pt>
                <c:pt idx="16">
                  <c:v>5</c:v>
                </c:pt>
                <c:pt idx="17">
                  <c:v>4.8</c:v>
                </c:pt>
                <c:pt idx="18">
                  <c:v>4.3</c:v>
                </c:pt>
                <c:pt idx="19">
                  <c:v>4.4000000000000004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Sheet1!$B$2:$B$21</c:f>
              <c:numCache>
                <c:formatCode>0.0</c:formatCode>
                <c:ptCount val="20"/>
                <c:pt idx="0">
                  <c:v>48.7</c:v>
                </c:pt>
                <c:pt idx="1">
                  <c:v>48.9</c:v>
                </c:pt>
                <c:pt idx="2">
                  <c:v>49.9</c:v>
                </c:pt>
                <c:pt idx="3">
                  <c:v>50.5</c:v>
                </c:pt>
                <c:pt idx="4">
                  <c:v>50.6</c:v>
                </c:pt>
                <c:pt idx="5">
                  <c:v>49.7</c:v>
                </c:pt>
                <c:pt idx="6">
                  <c:v>49.6</c:v>
                </c:pt>
                <c:pt idx="7">
                  <c:v>48.5</c:v>
                </c:pt>
                <c:pt idx="8">
                  <c:v>48</c:v>
                </c:pt>
                <c:pt idx="9">
                  <c:v>48.2</c:v>
                </c:pt>
                <c:pt idx="10">
                  <c:v>47.2</c:v>
                </c:pt>
                <c:pt idx="11">
                  <c:v>46.7</c:v>
                </c:pt>
                <c:pt idx="12">
                  <c:v>45.9</c:v>
                </c:pt>
                <c:pt idx="13">
                  <c:v>45.9</c:v>
                </c:pt>
                <c:pt idx="14">
                  <c:v>46.3</c:v>
                </c:pt>
                <c:pt idx="15">
                  <c:v>46.2</c:v>
                </c:pt>
                <c:pt idx="16">
                  <c:v>45.9</c:v>
                </c:pt>
                <c:pt idx="17">
                  <c:v>45.9</c:v>
                </c:pt>
                <c:pt idx="18">
                  <c:v>45.7</c:v>
                </c:pt>
                <c:pt idx="19">
                  <c:v>46.3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Sheet1!$C$2:$C$21</c:f>
              <c:numCache>
                <c:formatCode>0.0</c:formatCode>
                <c:ptCount val="20"/>
                <c:pt idx="0">
                  <c:v>35.9</c:v>
                </c:pt>
                <c:pt idx="1">
                  <c:v>36.1</c:v>
                </c:pt>
                <c:pt idx="2">
                  <c:v>34.9</c:v>
                </c:pt>
                <c:pt idx="3">
                  <c:v>35.799999999999997</c:v>
                </c:pt>
                <c:pt idx="4">
                  <c:v>36.799999999999997</c:v>
                </c:pt>
                <c:pt idx="5">
                  <c:v>37.4</c:v>
                </c:pt>
                <c:pt idx="6">
                  <c:v>37.700000000000003</c:v>
                </c:pt>
                <c:pt idx="7">
                  <c:v>37.9</c:v>
                </c:pt>
                <c:pt idx="8">
                  <c:v>38.700000000000003</c:v>
                </c:pt>
                <c:pt idx="9">
                  <c:v>38.9</c:v>
                </c:pt>
                <c:pt idx="10">
                  <c:v>40.9</c:v>
                </c:pt>
                <c:pt idx="11">
                  <c:v>40.799999999999997</c:v>
                </c:pt>
                <c:pt idx="12">
                  <c:v>41.3</c:v>
                </c:pt>
                <c:pt idx="13">
                  <c:v>40.700000000000003</c:v>
                </c:pt>
                <c:pt idx="14">
                  <c:v>40.700000000000003</c:v>
                </c:pt>
                <c:pt idx="15">
                  <c:v>41</c:v>
                </c:pt>
                <c:pt idx="16">
                  <c:v>40.700000000000003</c:v>
                </c:pt>
                <c:pt idx="17">
                  <c:v>40.700000000000003</c:v>
                </c:pt>
                <c:pt idx="18">
                  <c:v>40.700000000000003</c:v>
                </c:pt>
                <c:pt idx="19">
                  <c:v>40.299999999999997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Sheet1!$D$2:$D$21</c:f>
              <c:numCache>
                <c:formatCode>0.0</c:formatCode>
                <c:ptCount val="20"/>
                <c:pt idx="0">
                  <c:v>5.7</c:v>
                </c:pt>
                <c:pt idx="1">
                  <c:v>5.7</c:v>
                </c:pt>
                <c:pt idx="2">
                  <c:v>5.5</c:v>
                </c:pt>
                <c:pt idx="3">
                  <c:v>4.4000000000000004</c:v>
                </c:pt>
                <c:pt idx="4">
                  <c:v>4</c:v>
                </c:pt>
                <c:pt idx="5">
                  <c:v>3.7</c:v>
                </c:pt>
                <c:pt idx="6">
                  <c:v>3.4</c:v>
                </c:pt>
                <c:pt idx="7">
                  <c:v>3.9</c:v>
                </c:pt>
                <c:pt idx="8">
                  <c:v>4.3</c:v>
                </c:pt>
                <c:pt idx="9">
                  <c:v>4.0999999999999996</c:v>
                </c:pt>
                <c:pt idx="10">
                  <c:v>3.9</c:v>
                </c:pt>
                <c:pt idx="11">
                  <c:v>4</c:v>
                </c:pt>
                <c:pt idx="12">
                  <c:v>4</c:v>
                </c:pt>
                <c:pt idx="13">
                  <c:v>4.5</c:v>
                </c:pt>
                <c:pt idx="14">
                  <c:v>4.5</c:v>
                </c:pt>
                <c:pt idx="15">
                  <c:v>4.5999999999999996</c:v>
                </c:pt>
                <c:pt idx="16">
                  <c:v>4.9000000000000004</c:v>
                </c:pt>
                <c:pt idx="17">
                  <c:v>4.9000000000000004</c:v>
                </c:pt>
                <c:pt idx="18">
                  <c:v>5.0999999999999996</c:v>
                </c:pt>
                <c:pt idx="19">
                  <c:v>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Sheet1!$E$2:$E$21</c:f>
              <c:numCache>
                <c:formatCode>0.0</c:formatCode>
                <c:ptCount val="20"/>
                <c:pt idx="0">
                  <c:v>3.5</c:v>
                </c:pt>
                <c:pt idx="1">
                  <c:v>3.6</c:v>
                </c:pt>
                <c:pt idx="2">
                  <c:v>3.3</c:v>
                </c:pt>
                <c:pt idx="3">
                  <c:v>3.2</c:v>
                </c:pt>
                <c:pt idx="4">
                  <c:v>2.7</c:v>
                </c:pt>
                <c:pt idx="5">
                  <c:v>2.8</c:v>
                </c:pt>
                <c:pt idx="6">
                  <c:v>2.7</c:v>
                </c:pt>
                <c:pt idx="7">
                  <c:v>3.1</c:v>
                </c:pt>
                <c:pt idx="8">
                  <c:v>2.9</c:v>
                </c:pt>
                <c:pt idx="9">
                  <c:v>2.8</c:v>
                </c:pt>
                <c:pt idx="10">
                  <c:v>2.7</c:v>
                </c:pt>
                <c:pt idx="11">
                  <c:v>3</c:v>
                </c:pt>
                <c:pt idx="12">
                  <c:v>3.3</c:v>
                </c:pt>
                <c:pt idx="13">
                  <c:v>3.4</c:v>
                </c:pt>
                <c:pt idx="14">
                  <c:v>3.4</c:v>
                </c:pt>
                <c:pt idx="15">
                  <c:v>3.3</c:v>
                </c:pt>
                <c:pt idx="16">
                  <c:v>3.3</c:v>
                </c:pt>
                <c:pt idx="17">
                  <c:v>3.4</c:v>
                </c:pt>
                <c:pt idx="18">
                  <c:v>3.7</c:v>
                </c:pt>
                <c:pt idx="19">
                  <c:v>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Sheet1!$F$2:$F$21</c:f>
              <c:numCache>
                <c:formatCode>0.0</c:formatCode>
                <c:ptCount val="20"/>
                <c:pt idx="0">
                  <c:v>1.5</c:v>
                </c:pt>
                <c:pt idx="1">
                  <c:v>1.4</c:v>
                </c:pt>
                <c:pt idx="2">
                  <c:v>2.1</c:v>
                </c:pt>
                <c:pt idx="3">
                  <c:v>1.8</c:v>
                </c:pt>
                <c:pt idx="4">
                  <c:v>1.7</c:v>
                </c:pt>
                <c:pt idx="5">
                  <c:v>1.6</c:v>
                </c:pt>
                <c:pt idx="6">
                  <c:v>0.9</c:v>
                </c:pt>
                <c:pt idx="7">
                  <c:v>1</c:v>
                </c:pt>
                <c:pt idx="8">
                  <c:v>1</c:v>
                </c:pt>
                <c:pt idx="9">
                  <c:v>1.4</c:v>
                </c:pt>
                <c:pt idx="10">
                  <c:v>1.2</c:v>
                </c:pt>
                <c:pt idx="11">
                  <c:v>1.2</c:v>
                </c:pt>
                <c:pt idx="12">
                  <c:v>1.2</c:v>
                </c:pt>
                <c:pt idx="13">
                  <c:v>1.4</c:v>
                </c:pt>
                <c:pt idx="14">
                  <c:v>1.2</c:v>
                </c:pt>
                <c:pt idx="15">
                  <c:v>1.2</c:v>
                </c:pt>
                <c:pt idx="16">
                  <c:v>1.4</c:v>
                </c:pt>
                <c:pt idx="17">
                  <c:v>1.4</c:v>
                </c:pt>
                <c:pt idx="18">
                  <c:v>1.3</c:v>
                </c:pt>
                <c:pt idx="19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Sheet1!$G$2:$G$21</c:f>
              <c:numCache>
                <c:formatCode>0.0</c:formatCode>
                <c:ptCount val="20"/>
                <c:pt idx="0">
                  <c:v>4.7</c:v>
                </c:pt>
                <c:pt idx="1">
                  <c:v>4.3</c:v>
                </c:pt>
                <c:pt idx="2">
                  <c:v>4.3</c:v>
                </c:pt>
                <c:pt idx="3">
                  <c:v>4.2</c:v>
                </c:pt>
                <c:pt idx="4">
                  <c:v>4.3</c:v>
                </c:pt>
                <c:pt idx="5">
                  <c:v>4.8</c:v>
                </c:pt>
                <c:pt idx="6">
                  <c:v>5.8</c:v>
                </c:pt>
                <c:pt idx="7">
                  <c:v>5.5</c:v>
                </c:pt>
                <c:pt idx="8">
                  <c:v>5.2</c:v>
                </c:pt>
                <c:pt idx="9">
                  <c:v>4.5</c:v>
                </c:pt>
                <c:pt idx="10">
                  <c:v>4.0999999999999996</c:v>
                </c:pt>
                <c:pt idx="11">
                  <c:v>4.3</c:v>
                </c:pt>
                <c:pt idx="12">
                  <c:v>4.3</c:v>
                </c:pt>
                <c:pt idx="13">
                  <c:v>4.3</c:v>
                </c:pt>
                <c:pt idx="14">
                  <c:v>4</c:v>
                </c:pt>
                <c:pt idx="15">
                  <c:v>3.7</c:v>
                </c:pt>
                <c:pt idx="16">
                  <c:v>3.7</c:v>
                </c:pt>
                <c:pt idx="17">
                  <c:v>3.7</c:v>
                </c:pt>
                <c:pt idx="18">
                  <c:v>3.6</c:v>
                </c:pt>
                <c:pt idx="19">
                  <c:v>3.5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Sheet1!$B$2:$B$21</c:f>
              <c:numCache>
                <c:formatCode>0.0</c:formatCode>
                <c:ptCount val="20"/>
                <c:pt idx="0">
                  <c:v>36</c:v>
                </c:pt>
                <c:pt idx="1">
                  <c:v>36.700000000000003</c:v>
                </c:pt>
                <c:pt idx="2">
                  <c:v>36.200000000000003</c:v>
                </c:pt>
                <c:pt idx="3">
                  <c:v>36.9</c:v>
                </c:pt>
                <c:pt idx="4">
                  <c:v>36.700000000000003</c:v>
                </c:pt>
                <c:pt idx="5">
                  <c:v>37.299999999999997</c:v>
                </c:pt>
                <c:pt idx="6">
                  <c:v>38.4</c:v>
                </c:pt>
                <c:pt idx="7">
                  <c:v>38.1</c:v>
                </c:pt>
                <c:pt idx="8">
                  <c:v>38.299999999999997</c:v>
                </c:pt>
                <c:pt idx="9">
                  <c:v>37.4</c:v>
                </c:pt>
                <c:pt idx="10">
                  <c:v>36.799999999999997</c:v>
                </c:pt>
                <c:pt idx="11">
                  <c:v>36.6</c:v>
                </c:pt>
                <c:pt idx="12">
                  <c:v>36.5</c:v>
                </c:pt>
                <c:pt idx="13">
                  <c:v>36.6</c:v>
                </c:pt>
                <c:pt idx="14">
                  <c:v>36.799999999999997</c:v>
                </c:pt>
                <c:pt idx="15">
                  <c:v>36.799999999999997</c:v>
                </c:pt>
                <c:pt idx="16">
                  <c:v>36.799999999999997</c:v>
                </c:pt>
                <c:pt idx="17">
                  <c:v>36.799999999999997</c:v>
                </c:pt>
                <c:pt idx="18">
                  <c:v>36.799999999999997</c:v>
                </c:pt>
                <c:pt idx="19">
                  <c:v>37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Sheet1!$C$2:$C$21</c:f>
              <c:numCache>
                <c:formatCode>0.0</c:formatCode>
                <c:ptCount val="20"/>
                <c:pt idx="0">
                  <c:v>48.4</c:v>
                </c:pt>
                <c:pt idx="1">
                  <c:v>48.3</c:v>
                </c:pt>
                <c:pt idx="2">
                  <c:v>47.6</c:v>
                </c:pt>
                <c:pt idx="3">
                  <c:v>46.7</c:v>
                </c:pt>
                <c:pt idx="4">
                  <c:v>47.7</c:v>
                </c:pt>
                <c:pt idx="5">
                  <c:v>47.6</c:v>
                </c:pt>
                <c:pt idx="6">
                  <c:v>46.4</c:v>
                </c:pt>
                <c:pt idx="7">
                  <c:v>47.3</c:v>
                </c:pt>
                <c:pt idx="8">
                  <c:v>46.9</c:v>
                </c:pt>
                <c:pt idx="9">
                  <c:v>48.2</c:v>
                </c:pt>
                <c:pt idx="10">
                  <c:v>48.6</c:v>
                </c:pt>
                <c:pt idx="11">
                  <c:v>49</c:v>
                </c:pt>
                <c:pt idx="12">
                  <c:v>48.8</c:v>
                </c:pt>
                <c:pt idx="13">
                  <c:v>48.4</c:v>
                </c:pt>
                <c:pt idx="14">
                  <c:v>48.5</c:v>
                </c:pt>
                <c:pt idx="15">
                  <c:v>48.7</c:v>
                </c:pt>
                <c:pt idx="16">
                  <c:v>48.1</c:v>
                </c:pt>
                <c:pt idx="17">
                  <c:v>47.8</c:v>
                </c:pt>
                <c:pt idx="18">
                  <c:v>47.8</c:v>
                </c:pt>
                <c:pt idx="19">
                  <c:v>47.7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Sheet1!$D$2:$D$21</c:f>
              <c:numCache>
                <c:formatCode>0.0</c:formatCode>
                <c:ptCount val="20"/>
                <c:pt idx="0">
                  <c:v>5.2</c:v>
                </c:pt>
                <c:pt idx="1">
                  <c:v>4.8</c:v>
                </c:pt>
                <c:pt idx="2">
                  <c:v>5.2</c:v>
                </c:pt>
                <c:pt idx="3">
                  <c:v>4.7</c:v>
                </c:pt>
                <c:pt idx="4">
                  <c:v>3.9</c:v>
                </c:pt>
                <c:pt idx="5">
                  <c:v>3.8</c:v>
                </c:pt>
                <c:pt idx="6">
                  <c:v>4</c:v>
                </c:pt>
                <c:pt idx="7">
                  <c:v>4.2</c:v>
                </c:pt>
                <c:pt idx="8">
                  <c:v>4.3</c:v>
                </c:pt>
                <c:pt idx="9">
                  <c:v>4.2</c:v>
                </c:pt>
                <c:pt idx="10">
                  <c:v>4</c:v>
                </c:pt>
                <c:pt idx="11">
                  <c:v>4.0999999999999996</c:v>
                </c:pt>
                <c:pt idx="12">
                  <c:v>4.0999999999999996</c:v>
                </c:pt>
                <c:pt idx="13">
                  <c:v>4.4000000000000004</c:v>
                </c:pt>
                <c:pt idx="14">
                  <c:v>4.3</c:v>
                </c:pt>
                <c:pt idx="15">
                  <c:v>4.3</c:v>
                </c:pt>
                <c:pt idx="16">
                  <c:v>4.4000000000000004</c:v>
                </c:pt>
                <c:pt idx="17">
                  <c:v>4.5999999999999996</c:v>
                </c:pt>
                <c:pt idx="18">
                  <c:v>4.5999999999999996</c:v>
                </c:pt>
                <c:pt idx="19">
                  <c:v>4.5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Sheet1!$E$2:$E$21</c:f>
              <c:numCache>
                <c:formatCode>0.0</c:formatCode>
                <c:ptCount val="20"/>
                <c:pt idx="0">
                  <c:v>1.7</c:v>
                </c:pt>
                <c:pt idx="1">
                  <c:v>1.7</c:v>
                </c:pt>
                <c:pt idx="2">
                  <c:v>1.5</c:v>
                </c:pt>
                <c:pt idx="3">
                  <c:v>1.5</c:v>
                </c:pt>
                <c:pt idx="4">
                  <c:v>1.3</c:v>
                </c:pt>
                <c:pt idx="5">
                  <c:v>1.3</c:v>
                </c:pt>
                <c:pt idx="6">
                  <c:v>1.3</c:v>
                </c:pt>
                <c:pt idx="7">
                  <c:v>1.2</c:v>
                </c:pt>
                <c:pt idx="8">
                  <c:v>1.4</c:v>
                </c:pt>
                <c:pt idx="9">
                  <c:v>1.4</c:v>
                </c:pt>
                <c:pt idx="10">
                  <c:v>1.4</c:v>
                </c:pt>
                <c:pt idx="11">
                  <c:v>1.4</c:v>
                </c:pt>
                <c:pt idx="12">
                  <c:v>1.4</c:v>
                </c:pt>
                <c:pt idx="13">
                  <c:v>1.3</c:v>
                </c:pt>
                <c:pt idx="14">
                  <c:v>1.4</c:v>
                </c:pt>
                <c:pt idx="15">
                  <c:v>1.4</c:v>
                </c:pt>
                <c:pt idx="16">
                  <c:v>1.6</c:v>
                </c:pt>
                <c:pt idx="17">
                  <c:v>1.6</c:v>
                </c:pt>
                <c:pt idx="18">
                  <c:v>1.7</c:v>
                </c:pt>
                <c:pt idx="19">
                  <c:v>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Sheet1!$F$2:$F$21</c:f>
              <c:numCache>
                <c:formatCode>0.0</c:formatCode>
                <c:ptCount val="20"/>
                <c:pt idx="0">
                  <c:v>1.1000000000000001</c:v>
                </c:pt>
                <c:pt idx="1">
                  <c:v>1.3</c:v>
                </c:pt>
                <c:pt idx="2">
                  <c:v>1.7</c:v>
                </c:pt>
                <c:pt idx="3">
                  <c:v>1.4</c:v>
                </c:pt>
                <c:pt idx="4">
                  <c:v>1.3</c:v>
                </c:pt>
                <c:pt idx="5">
                  <c:v>1.2</c:v>
                </c:pt>
                <c:pt idx="6">
                  <c:v>0.8</c:v>
                </c:pt>
                <c:pt idx="7">
                  <c:v>0.8</c:v>
                </c:pt>
                <c:pt idx="8">
                  <c:v>0.8</c:v>
                </c:pt>
                <c:pt idx="9">
                  <c:v>0.9</c:v>
                </c:pt>
                <c:pt idx="10">
                  <c:v>1</c:v>
                </c:pt>
                <c:pt idx="11">
                  <c:v>0.9</c:v>
                </c:pt>
                <c:pt idx="12">
                  <c:v>1</c:v>
                </c:pt>
                <c:pt idx="13">
                  <c:v>1.2</c:v>
                </c:pt>
                <c:pt idx="14">
                  <c:v>1.2</c:v>
                </c:pt>
                <c:pt idx="15">
                  <c:v>1.1000000000000001</c:v>
                </c:pt>
                <c:pt idx="16">
                  <c:v>1.4</c:v>
                </c:pt>
                <c:pt idx="17">
                  <c:v>1.3</c:v>
                </c:pt>
                <c:pt idx="18">
                  <c:v>1.3</c:v>
                </c:pt>
                <c:pt idx="19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Sheet1!$G$2:$G$21</c:f>
              <c:numCache>
                <c:formatCode>0.0</c:formatCode>
                <c:ptCount val="20"/>
                <c:pt idx="0">
                  <c:v>7.7</c:v>
                </c:pt>
                <c:pt idx="1">
                  <c:v>7.2</c:v>
                </c:pt>
                <c:pt idx="2">
                  <c:v>7.9</c:v>
                </c:pt>
                <c:pt idx="3">
                  <c:v>8.8000000000000007</c:v>
                </c:pt>
                <c:pt idx="4">
                  <c:v>9.1</c:v>
                </c:pt>
                <c:pt idx="5">
                  <c:v>8.9</c:v>
                </c:pt>
                <c:pt idx="6">
                  <c:v>9</c:v>
                </c:pt>
                <c:pt idx="7">
                  <c:v>8.3000000000000007</c:v>
                </c:pt>
                <c:pt idx="8">
                  <c:v>8.4</c:v>
                </c:pt>
                <c:pt idx="9">
                  <c:v>8</c:v>
                </c:pt>
                <c:pt idx="10">
                  <c:v>8.1999999999999993</c:v>
                </c:pt>
                <c:pt idx="11">
                  <c:v>8</c:v>
                </c:pt>
                <c:pt idx="12">
                  <c:v>8.1</c:v>
                </c:pt>
                <c:pt idx="13">
                  <c:v>8</c:v>
                </c:pt>
                <c:pt idx="14">
                  <c:v>7.9</c:v>
                </c:pt>
                <c:pt idx="15">
                  <c:v>7.7</c:v>
                </c:pt>
                <c:pt idx="16">
                  <c:v>7.8</c:v>
                </c:pt>
                <c:pt idx="17">
                  <c:v>7.9</c:v>
                </c:pt>
                <c:pt idx="18">
                  <c:v>7.9</c:v>
                </c:pt>
                <c:pt idx="19">
                  <c:v>7.9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Sheet1!$B$2:$B$21</c:f>
              <c:numCache>
                <c:formatCode>0.0</c:formatCode>
                <c:ptCount val="20"/>
                <c:pt idx="0">
                  <c:v>70.900000000000006</c:v>
                </c:pt>
                <c:pt idx="1">
                  <c:v>70.599999999999994</c:v>
                </c:pt>
                <c:pt idx="2">
                  <c:v>71.5</c:v>
                </c:pt>
                <c:pt idx="3">
                  <c:v>70.2</c:v>
                </c:pt>
                <c:pt idx="4">
                  <c:v>71.099999999999994</c:v>
                </c:pt>
                <c:pt idx="5">
                  <c:v>71.400000000000006</c:v>
                </c:pt>
                <c:pt idx="6">
                  <c:v>72.5</c:v>
                </c:pt>
                <c:pt idx="7">
                  <c:v>71.7</c:v>
                </c:pt>
                <c:pt idx="8">
                  <c:v>70</c:v>
                </c:pt>
                <c:pt idx="9">
                  <c:v>70.7</c:v>
                </c:pt>
                <c:pt idx="10">
                  <c:v>68.900000000000006</c:v>
                </c:pt>
                <c:pt idx="11">
                  <c:v>68.400000000000006</c:v>
                </c:pt>
                <c:pt idx="12">
                  <c:v>68</c:v>
                </c:pt>
                <c:pt idx="13">
                  <c:v>66.900000000000006</c:v>
                </c:pt>
                <c:pt idx="14">
                  <c:v>67.8</c:v>
                </c:pt>
                <c:pt idx="15">
                  <c:v>67.400000000000006</c:v>
                </c:pt>
                <c:pt idx="16">
                  <c:v>67.2</c:v>
                </c:pt>
                <c:pt idx="17">
                  <c:v>67.400000000000006</c:v>
                </c:pt>
                <c:pt idx="18">
                  <c:v>67.5</c:v>
                </c:pt>
                <c:pt idx="19">
                  <c:v>67.8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Sheet1!$C$2:$C$21</c:f>
              <c:numCache>
                <c:formatCode>0.0</c:formatCode>
                <c:ptCount val="20"/>
                <c:pt idx="0">
                  <c:v>7.2</c:v>
                </c:pt>
                <c:pt idx="1">
                  <c:v>6.7</c:v>
                </c:pt>
                <c:pt idx="2">
                  <c:v>6</c:v>
                </c:pt>
                <c:pt idx="3">
                  <c:v>6.4</c:v>
                </c:pt>
                <c:pt idx="4">
                  <c:v>5.8</c:v>
                </c:pt>
                <c:pt idx="5">
                  <c:v>6</c:v>
                </c:pt>
                <c:pt idx="6">
                  <c:v>6.5</c:v>
                </c:pt>
                <c:pt idx="7">
                  <c:v>5.5</c:v>
                </c:pt>
                <c:pt idx="8">
                  <c:v>7.7</c:v>
                </c:pt>
                <c:pt idx="9">
                  <c:v>6.8</c:v>
                </c:pt>
                <c:pt idx="10">
                  <c:v>8.1999999999999993</c:v>
                </c:pt>
                <c:pt idx="11">
                  <c:v>7.7</c:v>
                </c:pt>
                <c:pt idx="12">
                  <c:v>7.4</c:v>
                </c:pt>
                <c:pt idx="13">
                  <c:v>8.3000000000000007</c:v>
                </c:pt>
                <c:pt idx="14">
                  <c:v>7.9</c:v>
                </c:pt>
                <c:pt idx="15">
                  <c:v>7.8</c:v>
                </c:pt>
                <c:pt idx="16">
                  <c:v>7.8</c:v>
                </c:pt>
                <c:pt idx="17">
                  <c:v>7.7</c:v>
                </c:pt>
                <c:pt idx="18">
                  <c:v>7.5</c:v>
                </c:pt>
                <c:pt idx="19">
                  <c:v>7.3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Sheet1!$D$2:$D$21</c:f>
              <c:numCache>
                <c:formatCode>0.0</c:formatCode>
                <c:ptCount val="20"/>
                <c:pt idx="0">
                  <c:v>6.4</c:v>
                </c:pt>
                <c:pt idx="1">
                  <c:v>7.4</c:v>
                </c:pt>
                <c:pt idx="2">
                  <c:v>7.2</c:v>
                </c:pt>
                <c:pt idx="3">
                  <c:v>6</c:v>
                </c:pt>
                <c:pt idx="4">
                  <c:v>6.1</c:v>
                </c:pt>
                <c:pt idx="5">
                  <c:v>5.8</c:v>
                </c:pt>
                <c:pt idx="6">
                  <c:v>4.7</c:v>
                </c:pt>
                <c:pt idx="7">
                  <c:v>6.2</c:v>
                </c:pt>
                <c:pt idx="8">
                  <c:v>6.4</c:v>
                </c:pt>
                <c:pt idx="9">
                  <c:v>6.2</c:v>
                </c:pt>
                <c:pt idx="10">
                  <c:v>5.9</c:v>
                </c:pt>
                <c:pt idx="11">
                  <c:v>5.8</c:v>
                </c:pt>
                <c:pt idx="12">
                  <c:v>5.4</c:v>
                </c:pt>
                <c:pt idx="13">
                  <c:v>6</c:v>
                </c:pt>
                <c:pt idx="14">
                  <c:v>5.9</c:v>
                </c:pt>
                <c:pt idx="15">
                  <c:v>6.1</c:v>
                </c:pt>
                <c:pt idx="16">
                  <c:v>6</c:v>
                </c:pt>
                <c:pt idx="17">
                  <c:v>5.7</c:v>
                </c:pt>
                <c:pt idx="18">
                  <c:v>5.7</c:v>
                </c:pt>
                <c:pt idx="19">
                  <c:v>5.6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Sheet1!$E$2:$E$21</c:f>
              <c:numCache>
                <c:formatCode>0.0</c:formatCode>
                <c:ptCount val="20"/>
                <c:pt idx="0">
                  <c:v>6.9</c:v>
                </c:pt>
                <c:pt idx="1">
                  <c:v>7.2</c:v>
                </c:pt>
                <c:pt idx="2">
                  <c:v>6.5</c:v>
                </c:pt>
                <c:pt idx="3">
                  <c:v>6.8</c:v>
                </c:pt>
                <c:pt idx="4">
                  <c:v>5.8</c:v>
                </c:pt>
                <c:pt idx="5">
                  <c:v>6.4</c:v>
                </c:pt>
                <c:pt idx="6">
                  <c:v>6.2</c:v>
                </c:pt>
                <c:pt idx="7">
                  <c:v>7.1</c:v>
                </c:pt>
                <c:pt idx="8">
                  <c:v>6.4</c:v>
                </c:pt>
                <c:pt idx="9">
                  <c:v>6.4</c:v>
                </c:pt>
                <c:pt idx="10">
                  <c:v>6.1</c:v>
                </c:pt>
                <c:pt idx="11">
                  <c:v>6.8</c:v>
                </c:pt>
                <c:pt idx="12">
                  <c:v>7.5</c:v>
                </c:pt>
                <c:pt idx="13">
                  <c:v>7.8</c:v>
                </c:pt>
                <c:pt idx="14">
                  <c:v>7.7</c:v>
                </c:pt>
                <c:pt idx="15">
                  <c:v>7.6</c:v>
                </c:pt>
                <c:pt idx="16">
                  <c:v>7.7</c:v>
                </c:pt>
                <c:pt idx="17">
                  <c:v>7.9</c:v>
                </c:pt>
                <c:pt idx="18">
                  <c:v>8.1</c:v>
                </c:pt>
                <c:pt idx="19">
                  <c:v>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Sheet1!$F$2:$F$21</c:f>
              <c:numCache>
                <c:formatCode>0.0</c:formatCode>
                <c:ptCount val="20"/>
                <c:pt idx="0">
                  <c:v>2.2999999999999998</c:v>
                </c:pt>
                <c:pt idx="1">
                  <c:v>1.8</c:v>
                </c:pt>
                <c:pt idx="2">
                  <c:v>2</c:v>
                </c:pt>
                <c:pt idx="3">
                  <c:v>1.9</c:v>
                </c:pt>
                <c:pt idx="4">
                  <c:v>2.4</c:v>
                </c:pt>
                <c:pt idx="5">
                  <c:v>2.2000000000000002</c:v>
                </c:pt>
                <c:pt idx="6">
                  <c:v>1.8</c:v>
                </c:pt>
                <c:pt idx="7">
                  <c:v>1.9</c:v>
                </c:pt>
                <c:pt idx="8">
                  <c:v>1.9</c:v>
                </c:pt>
                <c:pt idx="9">
                  <c:v>1.9</c:v>
                </c:pt>
                <c:pt idx="10">
                  <c:v>1.7</c:v>
                </c:pt>
                <c:pt idx="11">
                  <c:v>1.7</c:v>
                </c:pt>
                <c:pt idx="12">
                  <c:v>1.5</c:v>
                </c:pt>
                <c:pt idx="13">
                  <c:v>1.6</c:v>
                </c:pt>
                <c:pt idx="14">
                  <c:v>1.5</c:v>
                </c:pt>
                <c:pt idx="15">
                  <c:v>1.7</c:v>
                </c:pt>
                <c:pt idx="16">
                  <c:v>1.7</c:v>
                </c:pt>
                <c:pt idx="17">
                  <c:v>1.6</c:v>
                </c:pt>
                <c:pt idx="18">
                  <c:v>1.6</c:v>
                </c:pt>
                <c:pt idx="19">
                  <c:v>1.5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Sheet1!$G$2:$G$21</c:f>
              <c:numCache>
                <c:formatCode>0.0</c:formatCode>
                <c:ptCount val="20"/>
                <c:pt idx="0">
                  <c:v>6.2</c:v>
                </c:pt>
                <c:pt idx="1">
                  <c:v>6.2</c:v>
                </c:pt>
                <c:pt idx="2">
                  <c:v>6.7</c:v>
                </c:pt>
                <c:pt idx="3">
                  <c:v>8.6999999999999993</c:v>
                </c:pt>
                <c:pt idx="4">
                  <c:v>8.8000000000000007</c:v>
                </c:pt>
                <c:pt idx="5">
                  <c:v>8.1999999999999993</c:v>
                </c:pt>
                <c:pt idx="6">
                  <c:v>8.1999999999999993</c:v>
                </c:pt>
                <c:pt idx="7">
                  <c:v>7.6</c:v>
                </c:pt>
                <c:pt idx="8">
                  <c:v>7.7</c:v>
                </c:pt>
                <c:pt idx="9">
                  <c:v>8</c:v>
                </c:pt>
                <c:pt idx="10">
                  <c:v>9.1999999999999993</c:v>
                </c:pt>
                <c:pt idx="11">
                  <c:v>9.6999999999999993</c:v>
                </c:pt>
                <c:pt idx="12">
                  <c:v>10.1</c:v>
                </c:pt>
                <c:pt idx="13">
                  <c:v>9.4</c:v>
                </c:pt>
                <c:pt idx="14">
                  <c:v>9.3000000000000007</c:v>
                </c:pt>
                <c:pt idx="15">
                  <c:v>9.5</c:v>
                </c:pt>
                <c:pt idx="16">
                  <c:v>9.6999999999999993</c:v>
                </c:pt>
                <c:pt idx="17">
                  <c:v>9.6999999999999993</c:v>
                </c:pt>
                <c:pt idx="18">
                  <c:v>9.6</c:v>
                </c:pt>
                <c:pt idx="19">
                  <c:v>9.8000000000000007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Sheet1!$B$2:$B$21</c:f>
              <c:numCache>
                <c:formatCode>0.0</c:formatCode>
                <c:ptCount val="20"/>
                <c:pt idx="0">
                  <c:v>51.3</c:v>
                </c:pt>
                <c:pt idx="1">
                  <c:v>50.8</c:v>
                </c:pt>
                <c:pt idx="2">
                  <c:v>50.4</c:v>
                </c:pt>
                <c:pt idx="3">
                  <c:v>50.5</c:v>
                </c:pt>
                <c:pt idx="4">
                  <c:v>50.7</c:v>
                </c:pt>
                <c:pt idx="5">
                  <c:v>51.6</c:v>
                </c:pt>
                <c:pt idx="6">
                  <c:v>53.1</c:v>
                </c:pt>
                <c:pt idx="7">
                  <c:v>51.5</c:v>
                </c:pt>
                <c:pt idx="8">
                  <c:v>50.8</c:v>
                </c:pt>
                <c:pt idx="9">
                  <c:v>51.5</c:v>
                </c:pt>
                <c:pt idx="10">
                  <c:v>50.2</c:v>
                </c:pt>
                <c:pt idx="11">
                  <c:v>49.8</c:v>
                </c:pt>
                <c:pt idx="12">
                  <c:v>49.6</c:v>
                </c:pt>
                <c:pt idx="13">
                  <c:v>48.8</c:v>
                </c:pt>
                <c:pt idx="14">
                  <c:v>49.5</c:v>
                </c:pt>
                <c:pt idx="15">
                  <c:v>49.3</c:v>
                </c:pt>
                <c:pt idx="16">
                  <c:v>49.1</c:v>
                </c:pt>
                <c:pt idx="17">
                  <c:v>49.2</c:v>
                </c:pt>
                <c:pt idx="18">
                  <c:v>49.3</c:v>
                </c:pt>
                <c:pt idx="19">
                  <c:v>49.4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Sheet1!$C$2:$C$21</c:f>
              <c:numCache>
                <c:formatCode>0.0</c:formatCode>
                <c:ptCount val="20"/>
                <c:pt idx="0">
                  <c:v>29.8</c:v>
                </c:pt>
                <c:pt idx="1">
                  <c:v>30</c:v>
                </c:pt>
                <c:pt idx="2">
                  <c:v>30.2</c:v>
                </c:pt>
                <c:pt idx="3">
                  <c:v>30.6</c:v>
                </c:pt>
                <c:pt idx="4">
                  <c:v>30.9</c:v>
                </c:pt>
                <c:pt idx="5">
                  <c:v>30.9</c:v>
                </c:pt>
                <c:pt idx="6">
                  <c:v>30.4</c:v>
                </c:pt>
                <c:pt idx="7">
                  <c:v>31.7</c:v>
                </c:pt>
                <c:pt idx="8">
                  <c:v>32.299999999999997</c:v>
                </c:pt>
                <c:pt idx="9">
                  <c:v>30.9</c:v>
                </c:pt>
                <c:pt idx="10">
                  <c:v>31.6</c:v>
                </c:pt>
                <c:pt idx="11">
                  <c:v>31.7</c:v>
                </c:pt>
                <c:pt idx="12">
                  <c:v>31.5</c:v>
                </c:pt>
                <c:pt idx="13">
                  <c:v>32</c:v>
                </c:pt>
                <c:pt idx="14">
                  <c:v>31.6</c:v>
                </c:pt>
                <c:pt idx="15">
                  <c:v>31.9</c:v>
                </c:pt>
                <c:pt idx="16">
                  <c:v>31.8</c:v>
                </c:pt>
                <c:pt idx="17">
                  <c:v>31.7</c:v>
                </c:pt>
                <c:pt idx="18">
                  <c:v>31.5</c:v>
                </c:pt>
                <c:pt idx="19">
                  <c:v>31.5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Sheet1!$D$2:$D$21</c:f>
              <c:numCache>
                <c:formatCode>0.0</c:formatCode>
                <c:ptCount val="20"/>
                <c:pt idx="0">
                  <c:v>6.4</c:v>
                </c:pt>
                <c:pt idx="1">
                  <c:v>6.6</c:v>
                </c:pt>
                <c:pt idx="2">
                  <c:v>6.7</c:v>
                </c:pt>
                <c:pt idx="3">
                  <c:v>5.7</c:v>
                </c:pt>
                <c:pt idx="4">
                  <c:v>5.0999999999999996</c:v>
                </c:pt>
                <c:pt idx="5">
                  <c:v>4.7</c:v>
                </c:pt>
                <c:pt idx="6">
                  <c:v>4.4000000000000004</c:v>
                </c:pt>
                <c:pt idx="7">
                  <c:v>4.9000000000000004</c:v>
                </c:pt>
                <c:pt idx="8">
                  <c:v>4.9000000000000004</c:v>
                </c:pt>
                <c:pt idx="9">
                  <c:v>5</c:v>
                </c:pt>
                <c:pt idx="10">
                  <c:v>4.9000000000000004</c:v>
                </c:pt>
                <c:pt idx="11">
                  <c:v>5</c:v>
                </c:pt>
                <c:pt idx="12">
                  <c:v>4.9000000000000004</c:v>
                </c:pt>
                <c:pt idx="13">
                  <c:v>5.2</c:v>
                </c:pt>
                <c:pt idx="14">
                  <c:v>5.2</c:v>
                </c:pt>
                <c:pt idx="15">
                  <c:v>5.3</c:v>
                </c:pt>
                <c:pt idx="16">
                  <c:v>5.3</c:v>
                </c:pt>
                <c:pt idx="17">
                  <c:v>5.3</c:v>
                </c:pt>
                <c:pt idx="18">
                  <c:v>5.2</c:v>
                </c:pt>
                <c:pt idx="19">
                  <c:v>5.0999999999999996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Sheet1!$E$2:$E$21</c:f>
              <c:numCache>
                <c:formatCode>0.0</c:formatCode>
                <c:ptCount val="20"/>
                <c:pt idx="0">
                  <c:v>4</c:v>
                </c:pt>
                <c:pt idx="1">
                  <c:v>4.4000000000000004</c:v>
                </c:pt>
                <c:pt idx="2">
                  <c:v>3.8</c:v>
                </c:pt>
                <c:pt idx="3">
                  <c:v>4</c:v>
                </c:pt>
                <c:pt idx="4">
                  <c:v>3.4</c:v>
                </c:pt>
                <c:pt idx="5">
                  <c:v>3.6</c:v>
                </c:pt>
                <c:pt idx="6">
                  <c:v>3.1</c:v>
                </c:pt>
                <c:pt idx="7">
                  <c:v>3.6</c:v>
                </c:pt>
                <c:pt idx="8">
                  <c:v>3.3</c:v>
                </c:pt>
                <c:pt idx="9">
                  <c:v>3.5</c:v>
                </c:pt>
                <c:pt idx="10">
                  <c:v>3.6</c:v>
                </c:pt>
                <c:pt idx="11">
                  <c:v>3.8</c:v>
                </c:pt>
                <c:pt idx="12">
                  <c:v>4.0999999999999996</c:v>
                </c:pt>
                <c:pt idx="13">
                  <c:v>4.0999999999999996</c:v>
                </c:pt>
                <c:pt idx="14">
                  <c:v>4</c:v>
                </c:pt>
                <c:pt idx="15">
                  <c:v>4</c:v>
                </c:pt>
                <c:pt idx="16">
                  <c:v>4.0999999999999996</c:v>
                </c:pt>
                <c:pt idx="17">
                  <c:v>4.2</c:v>
                </c:pt>
                <c:pt idx="18">
                  <c:v>4.5</c:v>
                </c:pt>
                <c:pt idx="19">
                  <c:v>4.4000000000000004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Sheet1!$F$2:$F$21</c:f>
              <c:numCache>
                <c:formatCode>0.0</c:formatCode>
                <c:ptCount val="20"/>
                <c:pt idx="0">
                  <c:v>1.7</c:v>
                </c:pt>
                <c:pt idx="1">
                  <c:v>1.6</c:v>
                </c:pt>
                <c:pt idx="2">
                  <c:v>1.3</c:v>
                </c:pt>
                <c:pt idx="3">
                  <c:v>1</c:v>
                </c:pt>
                <c:pt idx="4">
                  <c:v>1.3</c:v>
                </c:pt>
                <c:pt idx="5">
                  <c:v>1.4</c:v>
                </c:pt>
                <c:pt idx="6">
                  <c:v>1.1000000000000001</c:v>
                </c:pt>
                <c:pt idx="7">
                  <c:v>1.2</c:v>
                </c:pt>
                <c:pt idx="8">
                  <c:v>1.3</c:v>
                </c:pt>
                <c:pt idx="9">
                  <c:v>1.2</c:v>
                </c:pt>
                <c:pt idx="10">
                  <c:v>1.2</c:v>
                </c:pt>
                <c:pt idx="11">
                  <c:v>1.2</c:v>
                </c:pt>
                <c:pt idx="12">
                  <c:v>1.1000000000000001</c:v>
                </c:pt>
                <c:pt idx="13">
                  <c:v>1.3</c:v>
                </c:pt>
                <c:pt idx="14">
                  <c:v>1.2</c:v>
                </c:pt>
                <c:pt idx="15">
                  <c:v>1.3</c:v>
                </c:pt>
                <c:pt idx="16">
                  <c:v>1.3</c:v>
                </c:pt>
                <c:pt idx="17">
                  <c:v>1.2</c:v>
                </c:pt>
                <c:pt idx="18">
                  <c:v>1.2</c:v>
                </c:pt>
                <c:pt idx="19">
                  <c:v>1.1000000000000001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Sheet1!$G$2:$G$21</c:f>
              <c:numCache>
                <c:formatCode>0.0</c:formatCode>
                <c:ptCount val="20"/>
                <c:pt idx="0">
                  <c:v>6.8</c:v>
                </c:pt>
                <c:pt idx="1">
                  <c:v>6.6</c:v>
                </c:pt>
                <c:pt idx="2">
                  <c:v>7.5</c:v>
                </c:pt>
                <c:pt idx="3">
                  <c:v>8.3000000000000007</c:v>
                </c:pt>
                <c:pt idx="4">
                  <c:v>8.6</c:v>
                </c:pt>
                <c:pt idx="5">
                  <c:v>7.9</c:v>
                </c:pt>
                <c:pt idx="6">
                  <c:v>7.8</c:v>
                </c:pt>
                <c:pt idx="7">
                  <c:v>7.2</c:v>
                </c:pt>
                <c:pt idx="8">
                  <c:v>7.5</c:v>
                </c:pt>
                <c:pt idx="9">
                  <c:v>7.8</c:v>
                </c:pt>
                <c:pt idx="10">
                  <c:v>8.5</c:v>
                </c:pt>
                <c:pt idx="11">
                  <c:v>8.6</c:v>
                </c:pt>
                <c:pt idx="12">
                  <c:v>8.9</c:v>
                </c:pt>
                <c:pt idx="13">
                  <c:v>8.6</c:v>
                </c:pt>
                <c:pt idx="14">
                  <c:v>8.4</c:v>
                </c:pt>
                <c:pt idx="15">
                  <c:v>8.3000000000000007</c:v>
                </c:pt>
                <c:pt idx="16">
                  <c:v>8.4</c:v>
                </c:pt>
                <c:pt idx="17">
                  <c:v>8.4</c:v>
                </c:pt>
                <c:pt idx="18">
                  <c:v>8.3000000000000007</c:v>
                </c:pt>
                <c:pt idx="19">
                  <c:v>8.5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Sheet1!$B$2:$B$21</c:f>
              <c:numCache>
                <c:formatCode>0.0</c:formatCode>
                <c:ptCount val="20"/>
                <c:pt idx="0">
                  <c:v>34.4</c:v>
                </c:pt>
                <c:pt idx="1">
                  <c:v>35.200000000000003</c:v>
                </c:pt>
                <c:pt idx="2">
                  <c:v>34.9</c:v>
                </c:pt>
                <c:pt idx="3">
                  <c:v>35.200000000000003</c:v>
                </c:pt>
                <c:pt idx="4">
                  <c:v>36.4</c:v>
                </c:pt>
                <c:pt idx="5">
                  <c:v>36.200000000000003</c:v>
                </c:pt>
                <c:pt idx="6">
                  <c:v>36.9</c:v>
                </c:pt>
                <c:pt idx="7">
                  <c:v>37.299999999999997</c:v>
                </c:pt>
                <c:pt idx="8">
                  <c:v>38</c:v>
                </c:pt>
                <c:pt idx="9">
                  <c:v>35.5</c:v>
                </c:pt>
                <c:pt idx="10">
                  <c:v>34.299999999999997</c:v>
                </c:pt>
                <c:pt idx="11">
                  <c:v>34.5</c:v>
                </c:pt>
                <c:pt idx="12">
                  <c:v>34.1</c:v>
                </c:pt>
                <c:pt idx="13">
                  <c:v>34.6</c:v>
                </c:pt>
                <c:pt idx="14">
                  <c:v>34.5</c:v>
                </c:pt>
                <c:pt idx="15">
                  <c:v>35</c:v>
                </c:pt>
                <c:pt idx="16">
                  <c:v>34.799999999999997</c:v>
                </c:pt>
                <c:pt idx="17">
                  <c:v>34.799999999999997</c:v>
                </c:pt>
                <c:pt idx="18">
                  <c:v>34.9</c:v>
                </c:pt>
                <c:pt idx="19">
                  <c:v>35.299999999999997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Sheet1!$C$2:$C$21</c:f>
              <c:numCache>
                <c:formatCode>0.0</c:formatCode>
                <c:ptCount val="20"/>
                <c:pt idx="0">
                  <c:v>53.8</c:v>
                </c:pt>
                <c:pt idx="1">
                  <c:v>53</c:v>
                </c:pt>
                <c:pt idx="2">
                  <c:v>51.4</c:v>
                </c:pt>
                <c:pt idx="3">
                  <c:v>50.1</c:v>
                </c:pt>
                <c:pt idx="4">
                  <c:v>50.4</c:v>
                </c:pt>
                <c:pt idx="5">
                  <c:v>50.8</c:v>
                </c:pt>
                <c:pt idx="6">
                  <c:v>48.8</c:v>
                </c:pt>
                <c:pt idx="7">
                  <c:v>48.6</c:v>
                </c:pt>
                <c:pt idx="8">
                  <c:v>47.3</c:v>
                </c:pt>
                <c:pt idx="9">
                  <c:v>51.4</c:v>
                </c:pt>
                <c:pt idx="10">
                  <c:v>52.6</c:v>
                </c:pt>
                <c:pt idx="11">
                  <c:v>52.9</c:v>
                </c:pt>
                <c:pt idx="12">
                  <c:v>53.2</c:v>
                </c:pt>
                <c:pt idx="13">
                  <c:v>52.1</c:v>
                </c:pt>
                <c:pt idx="14">
                  <c:v>52.6</c:v>
                </c:pt>
                <c:pt idx="15">
                  <c:v>52.1</c:v>
                </c:pt>
                <c:pt idx="16">
                  <c:v>51.1</c:v>
                </c:pt>
                <c:pt idx="17">
                  <c:v>50.7</c:v>
                </c:pt>
                <c:pt idx="18">
                  <c:v>50.7</c:v>
                </c:pt>
                <c:pt idx="19">
                  <c:v>50.5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Sheet1!$D$2:$D$21</c:f>
              <c:numCache>
                <c:formatCode>0.0</c:formatCode>
                <c:ptCount val="20"/>
                <c:pt idx="0">
                  <c:v>3.7</c:v>
                </c:pt>
                <c:pt idx="1">
                  <c:v>3.3</c:v>
                </c:pt>
                <c:pt idx="2">
                  <c:v>3.5</c:v>
                </c:pt>
                <c:pt idx="3">
                  <c:v>3.5</c:v>
                </c:pt>
                <c:pt idx="4">
                  <c:v>3</c:v>
                </c:pt>
                <c:pt idx="5">
                  <c:v>2.9</c:v>
                </c:pt>
                <c:pt idx="6">
                  <c:v>3.3</c:v>
                </c:pt>
                <c:pt idx="7">
                  <c:v>3.8</c:v>
                </c:pt>
                <c:pt idx="8">
                  <c:v>4.5</c:v>
                </c:pt>
                <c:pt idx="9">
                  <c:v>4</c:v>
                </c:pt>
                <c:pt idx="10">
                  <c:v>3.7</c:v>
                </c:pt>
                <c:pt idx="11">
                  <c:v>3.5</c:v>
                </c:pt>
                <c:pt idx="12">
                  <c:v>3.6</c:v>
                </c:pt>
                <c:pt idx="13">
                  <c:v>3.7</c:v>
                </c:pt>
                <c:pt idx="14">
                  <c:v>3.6</c:v>
                </c:pt>
                <c:pt idx="15">
                  <c:v>3.6</c:v>
                </c:pt>
                <c:pt idx="16">
                  <c:v>3.8</c:v>
                </c:pt>
                <c:pt idx="17">
                  <c:v>4</c:v>
                </c:pt>
                <c:pt idx="18">
                  <c:v>4.0999999999999996</c:v>
                </c:pt>
                <c:pt idx="19">
                  <c:v>4.0999999999999996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Sheet1!$E$2:$E$21</c:f>
              <c:numCache>
                <c:formatCode>0.0</c:formatCode>
                <c:ptCount val="20"/>
                <c:pt idx="0">
                  <c:v>1.8</c:v>
                </c:pt>
                <c:pt idx="1">
                  <c:v>1.7</c:v>
                </c:pt>
                <c:pt idx="2">
                  <c:v>1.3</c:v>
                </c:pt>
                <c:pt idx="3">
                  <c:v>1</c:v>
                </c:pt>
                <c:pt idx="4">
                  <c:v>0.9</c:v>
                </c:pt>
                <c:pt idx="5">
                  <c:v>0.8</c:v>
                </c:pt>
                <c:pt idx="6">
                  <c:v>1</c:v>
                </c:pt>
                <c:pt idx="7">
                  <c:v>0.8</c:v>
                </c:pt>
                <c:pt idx="8">
                  <c:v>1.2</c:v>
                </c:pt>
                <c:pt idx="9">
                  <c:v>1</c:v>
                </c:pt>
                <c:pt idx="10">
                  <c:v>1.2</c:v>
                </c:pt>
                <c:pt idx="11">
                  <c:v>1.1000000000000001</c:v>
                </c:pt>
                <c:pt idx="12">
                  <c:v>1.1000000000000001</c:v>
                </c:pt>
                <c:pt idx="13">
                  <c:v>1.1000000000000001</c:v>
                </c:pt>
                <c:pt idx="14">
                  <c:v>1.2</c:v>
                </c:pt>
                <c:pt idx="15">
                  <c:v>1.3</c:v>
                </c:pt>
                <c:pt idx="16">
                  <c:v>1.4</c:v>
                </c:pt>
                <c:pt idx="17">
                  <c:v>1.4</c:v>
                </c:pt>
                <c:pt idx="18">
                  <c:v>1.3</c:v>
                </c:pt>
                <c:pt idx="19">
                  <c:v>1.4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Sheet1!$F$2:$F$21</c:f>
              <c:numCache>
                <c:formatCode>0.0</c:formatCode>
                <c:ptCount val="20"/>
                <c:pt idx="0">
                  <c:v>0.7</c:v>
                </c:pt>
                <c:pt idx="1">
                  <c:v>1.1000000000000001</c:v>
                </c:pt>
                <c:pt idx="2">
                  <c:v>2.8</c:v>
                </c:pt>
                <c:pt idx="3">
                  <c:v>2.8</c:v>
                </c:pt>
                <c:pt idx="4">
                  <c:v>1.8</c:v>
                </c:pt>
                <c:pt idx="5">
                  <c:v>1.3</c:v>
                </c:pt>
                <c:pt idx="6">
                  <c:v>0.7</c:v>
                </c:pt>
                <c:pt idx="7">
                  <c:v>0.7</c:v>
                </c:pt>
                <c:pt idx="8">
                  <c:v>0.6</c:v>
                </c:pt>
                <c:pt idx="9">
                  <c:v>0.9</c:v>
                </c:pt>
                <c:pt idx="10">
                  <c:v>1.1000000000000001</c:v>
                </c:pt>
                <c:pt idx="11">
                  <c:v>1</c:v>
                </c:pt>
                <c:pt idx="12">
                  <c:v>1.1000000000000001</c:v>
                </c:pt>
                <c:pt idx="13">
                  <c:v>1.4</c:v>
                </c:pt>
                <c:pt idx="14">
                  <c:v>1.3</c:v>
                </c:pt>
                <c:pt idx="15">
                  <c:v>1.3</c:v>
                </c:pt>
                <c:pt idx="16">
                  <c:v>1.8</c:v>
                </c:pt>
                <c:pt idx="17">
                  <c:v>1.8</c:v>
                </c:pt>
                <c:pt idx="18">
                  <c:v>1.7</c:v>
                </c:pt>
                <c:pt idx="19">
                  <c:v>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Sheet1!$G$2:$G$21</c:f>
              <c:numCache>
                <c:formatCode>0.0</c:formatCode>
                <c:ptCount val="20"/>
                <c:pt idx="0">
                  <c:v>5.7</c:v>
                </c:pt>
                <c:pt idx="1">
                  <c:v>5.6</c:v>
                </c:pt>
                <c:pt idx="2">
                  <c:v>6</c:v>
                </c:pt>
                <c:pt idx="3">
                  <c:v>7.4</c:v>
                </c:pt>
                <c:pt idx="4">
                  <c:v>7.5</c:v>
                </c:pt>
                <c:pt idx="5">
                  <c:v>8.1</c:v>
                </c:pt>
                <c:pt idx="6">
                  <c:v>9.3000000000000007</c:v>
                </c:pt>
                <c:pt idx="7">
                  <c:v>8.8000000000000007</c:v>
                </c:pt>
                <c:pt idx="8">
                  <c:v>8.4</c:v>
                </c:pt>
                <c:pt idx="9">
                  <c:v>7.1</c:v>
                </c:pt>
                <c:pt idx="10">
                  <c:v>7.2</c:v>
                </c:pt>
                <c:pt idx="11">
                  <c:v>6.9</c:v>
                </c:pt>
                <c:pt idx="12">
                  <c:v>7</c:v>
                </c:pt>
                <c:pt idx="13">
                  <c:v>7</c:v>
                </c:pt>
                <c:pt idx="14">
                  <c:v>6.9</c:v>
                </c:pt>
                <c:pt idx="15">
                  <c:v>6.7</c:v>
                </c:pt>
                <c:pt idx="16">
                  <c:v>7.1</c:v>
                </c:pt>
                <c:pt idx="17">
                  <c:v>7.2</c:v>
                </c:pt>
                <c:pt idx="18">
                  <c:v>7.3</c:v>
                </c:pt>
                <c:pt idx="19">
                  <c:v>7.1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Sheet1!$B$2:$B$21</c:f>
              <c:numCache>
                <c:formatCode>0.0</c:formatCode>
                <c:ptCount val="20"/>
                <c:pt idx="0">
                  <c:v>49.4</c:v>
                </c:pt>
                <c:pt idx="1">
                  <c:v>54</c:v>
                </c:pt>
                <c:pt idx="2">
                  <c:v>51.1</c:v>
                </c:pt>
                <c:pt idx="3">
                  <c:v>47.8</c:v>
                </c:pt>
                <c:pt idx="4">
                  <c:v>43.5</c:v>
                </c:pt>
                <c:pt idx="5">
                  <c:v>44.2</c:v>
                </c:pt>
                <c:pt idx="6">
                  <c:v>41.3</c:v>
                </c:pt>
                <c:pt idx="7">
                  <c:v>44.3</c:v>
                </c:pt>
                <c:pt idx="8">
                  <c:v>44.5</c:v>
                </c:pt>
                <c:pt idx="9">
                  <c:v>46.8</c:v>
                </c:pt>
                <c:pt idx="10">
                  <c:v>48.5</c:v>
                </c:pt>
                <c:pt idx="11">
                  <c:v>48</c:v>
                </c:pt>
                <c:pt idx="12">
                  <c:v>48.7</c:v>
                </c:pt>
                <c:pt idx="13">
                  <c:v>50</c:v>
                </c:pt>
                <c:pt idx="14">
                  <c:v>50</c:v>
                </c:pt>
                <c:pt idx="15">
                  <c:v>49.2</c:v>
                </c:pt>
                <c:pt idx="16">
                  <c:v>48.7</c:v>
                </c:pt>
                <c:pt idx="17">
                  <c:v>48.1</c:v>
                </c:pt>
                <c:pt idx="18">
                  <c:v>47.8</c:v>
                </c:pt>
                <c:pt idx="19">
                  <c:v>48.1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Sheet1!$C$2:$C$21</c:f>
              <c:numCache>
                <c:formatCode>0.0</c:formatCode>
                <c:ptCount val="20"/>
                <c:pt idx="0">
                  <c:v>27.9</c:v>
                </c:pt>
                <c:pt idx="1">
                  <c:v>28.2</c:v>
                </c:pt>
                <c:pt idx="2">
                  <c:v>29.4</c:v>
                </c:pt>
                <c:pt idx="3">
                  <c:v>31.4</c:v>
                </c:pt>
                <c:pt idx="4">
                  <c:v>33.799999999999997</c:v>
                </c:pt>
                <c:pt idx="5">
                  <c:v>34.799999999999997</c:v>
                </c:pt>
                <c:pt idx="6">
                  <c:v>37.700000000000003</c:v>
                </c:pt>
                <c:pt idx="7">
                  <c:v>34.5</c:v>
                </c:pt>
                <c:pt idx="8">
                  <c:v>37.799999999999997</c:v>
                </c:pt>
                <c:pt idx="9">
                  <c:v>35.200000000000003</c:v>
                </c:pt>
                <c:pt idx="10">
                  <c:v>35.5</c:v>
                </c:pt>
                <c:pt idx="11">
                  <c:v>35.299999999999997</c:v>
                </c:pt>
                <c:pt idx="12">
                  <c:v>33.6</c:v>
                </c:pt>
                <c:pt idx="13">
                  <c:v>32</c:v>
                </c:pt>
                <c:pt idx="14">
                  <c:v>32.200000000000003</c:v>
                </c:pt>
                <c:pt idx="15">
                  <c:v>33.200000000000003</c:v>
                </c:pt>
                <c:pt idx="16">
                  <c:v>33.200000000000003</c:v>
                </c:pt>
                <c:pt idx="17">
                  <c:v>34.1</c:v>
                </c:pt>
                <c:pt idx="18">
                  <c:v>34.299999999999997</c:v>
                </c:pt>
                <c:pt idx="19">
                  <c:v>34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Sheet1!$D$2:$D$21</c:f>
              <c:numCache>
                <c:formatCode>0.0</c:formatCode>
                <c:ptCount val="20"/>
                <c:pt idx="0">
                  <c:v>5.2</c:v>
                </c:pt>
                <c:pt idx="1">
                  <c:v>4.7</c:v>
                </c:pt>
                <c:pt idx="2">
                  <c:v>4.7</c:v>
                </c:pt>
                <c:pt idx="3">
                  <c:v>4.0999999999999996</c:v>
                </c:pt>
                <c:pt idx="4">
                  <c:v>3.8</c:v>
                </c:pt>
                <c:pt idx="5">
                  <c:v>5.8</c:v>
                </c:pt>
                <c:pt idx="6">
                  <c:v>5.3</c:v>
                </c:pt>
                <c:pt idx="7">
                  <c:v>7.2</c:v>
                </c:pt>
                <c:pt idx="8">
                  <c:v>5.6</c:v>
                </c:pt>
                <c:pt idx="9">
                  <c:v>4.9000000000000004</c:v>
                </c:pt>
                <c:pt idx="10">
                  <c:v>4.7</c:v>
                </c:pt>
                <c:pt idx="11">
                  <c:v>5</c:v>
                </c:pt>
                <c:pt idx="12">
                  <c:v>4.9000000000000004</c:v>
                </c:pt>
                <c:pt idx="13">
                  <c:v>5.3</c:v>
                </c:pt>
                <c:pt idx="14">
                  <c:v>5.5</c:v>
                </c:pt>
                <c:pt idx="15">
                  <c:v>5.2</c:v>
                </c:pt>
                <c:pt idx="16">
                  <c:v>5.2</c:v>
                </c:pt>
                <c:pt idx="17">
                  <c:v>5.0999999999999996</c:v>
                </c:pt>
                <c:pt idx="18">
                  <c:v>5</c:v>
                </c:pt>
                <c:pt idx="19">
                  <c:v>4.9000000000000004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Sheet1!$E$2:$E$21</c:f>
              <c:numCache>
                <c:formatCode>0.0</c:formatCode>
                <c:ptCount val="20"/>
                <c:pt idx="0">
                  <c:v>0.6</c:v>
                </c:pt>
                <c:pt idx="1">
                  <c:v>0.5</c:v>
                </c:pt>
                <c:pt idx="2">
                  <c:v>0.4</c:v>
                </c:pt>
                <c:pt idx="3">
                  <c:v>0.8</c:v>
                </c:pt>
                <c:pt idx="4">
                  <c:v>0.5</c:v>
                </c:pt>
                <c:pt idx="5">
                  <c:v>0.4</c:v>
                </c:pt>
                <c:pt idx="6">
                  <c:v>0.9</c:v>
                </c:pt>
                <c:pt idx="7">
                  <c:v>0.8</c:v>
                </c:pt>
                <c:pt idx="8">
                  <c:v>0.9</c:v>
                </c:pt>
                <c:pt idx="9">
                  <c:v>1</c:v>
                </c:pt>
                <c:pt idx="10">
                  <c:v>1.4</c:v>
                </c:pt>
                <c:pt idx="11">
                  <c:v>1.6</c:v>
                </c:pt>
                <c:pt idx="12">
                  <c:v>1.6</c:v>
                </c:pt>
                <c:pt idx="13">
                  <c:v>1.4</c:v>
                </c:pt>
                <c:pt idx="14">
                  <c:v>1.9</c:v>
                </c:pt>
                <c:pt idx="15">
                  <c:v>2.1</c:v>
                </c:pt>
                <c:pt idx="16">
                  <c:v>2</c:v>
                </c:pt>
                <c:pt idx="17">
                  <c:v>2</c:v>
                </c:pt>
                <c:pt idx="18">
                  <c:v>1.8</c:v>
                </c:pt>
                <c:pt idx="19">
                  <c:v>1.9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Sheet1!$F$2:$F$21</c:f>
              <c:numCache>
                <c:formatCode>0.0</c:formatCode>
                <c:ptCount val="20"/>
                <c:pt idx="0">
                  <c:v>0.9</c:v>
                </c:pt>
                <c:pt idx="1">
                  <c:v>0.8</c:v>
                </c:pt>
                <c:pt idx="2">
                  <c:v>1</c:v>
                </c:pt>
                <c:pt idx="3">
                  <c:v>0.4</c:v>
                </c:pt>
                <c:pt idx="4">
                  <c:v>3.3</c:v>
                </c:pt>
                <c:pt idx="5">
                  <c:v>0.8</c:v>
                </c:pt>
                <c:pt idx="6">
                  <c:v>0.5</c:v>
                </c:pt>
                <c:pt idx="7">
                  <c:v>0.4</c:v>
                </c:pt>
                <c:pt idx="8">
                  <c:v>0.4</c:v>
                </c:pt>
                <c:pt idx="9">
                  <c:v>1.2</c:v>
                </c:pt>
                <c:pt idx="10">
                  <c:v>0.8</c:v>
                </c:pt>
                <c:pt idx="11">
                  <c:v>0.8</c:v>
                </c:pt>
                <c:pt idx="12">
                  <c:v>1.2</c:v>
                </c:pt>
                <c:pt idx="13">
                  <c:v>1.3</c:v>
                </c:pt>
                <c:pt idx="14">
                  <c:v>1</c:v>
                </c:pt>
                <c:pt idx="15">
                  <c:v>1.3</c:v>
                </c:pt>
                <c:pt idx="16">
                  <c:v>1.5</c:v>
                </c:pt>
                <c:pt idx="17">
                  <c:v>1.4</c:v>
                </c:pt>
                <c:pt idx="18">
                  <c:v>1.5</c:v>
                </c:pt>
                <c:pt idx="19">
                  <c:v>1.5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Sheet1!$G$2:$G$21</c:f>
              <c:numCache>
                <c:formatCode>0.0</c:formatCode>
                <c:ptCount val="20"/>
                <c:pt idx="0">
                  <c:v>16</c:v>
                </c:pt>
                <c:pt idx="1">
                  <c:v>11.8</c:v>
                </c:pt>
                <c:pt idx="2">
                  <c:v>13.4</c:v>
                </c:pt>
                <c:pt idx="3">
                  <c:v>15.6</c:v>
                </c:pt>
                <c:pt idx="4">
                  <c:v>15.1</c:v>
                </c:pt>
                <c:pt idx="5">
                  <c:v>14</c:v>
                </c:pt>
                <c:pt idx="6">
                  <c:v>14.4</c:v>
                </c:pt>
                <c:pt idx="7">
                  <c:v>12.7</c:v>
                </c:pt>
                <c:pt idx="8">
                  <c:v>10.8</c:v>
                </c:pt>
                <c:pt idx="9">
                  <c:v>10.8</c:v>
                </c:pt>
                <c:pt idx="10">
                  <c:v>9.1</c:v>
                </c:pt>
                <c:pt idx="11">
                  <c:v>9.3000000000000007</c:v>
                </c:pt>
                <c:pt idx="12">
                  <c:v>10</c:v>
                </c:pt>
                <c:pt idx="13">
                  <c:v>9.9</c:v>
                </c:pt>
                <c:pt idx="14">
                  <c:v>9.4</c:v>
                </c:pt>
                <c:pt idx="15">
                  <c:v>9</c:v>
                </c:pt>
                <c:pt idx="16">
                  <c:v>9.4</c:v>
                </c:pt>
                <c:pt idx="17">
                  <c:v>9.3000000000000007</c:v>
                </c:pt>
                <c:pt idx="18">
                  <c:v>9.4</c:v>
                </c:pt>
                <c:pt idx="19">
                  <c:v>9.6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Sheet1!$B$2:$B$21</c:f>
              <c:numCache>
                <c:formatCode>0.0</c:formatCode>
                <c:ptCount val="20"/>
                <c:pt idx="0">
                  <c:v>41.9</c:v>
                </c:pt>
                <c:pt idx="1">
                  <c:v>44.2</c:v>
                </c:pt>
                <c:pt idx="2">
                  <c:v>45.8</c:v>
                </c:pt>
                <c:pt idx="3">
                  <c:v>43.3</c:v>
                </c:pt>
                <c:pt idx="4">
                  <c:v>39.9</c:v>
                </c:pt>
                <c:pt idx="5">
                  <c:v>41.7</c:v>
                </c:pt>
                <c:pt idx="6">
                  <c:v>39.4</c:v>
                </c:pt>
                <c:pt idx="7">
                  <c:v>39.9</c:v>
                </c:pt>
                <c:pt idx="8">
                  <c:v>42.1</c:v>
                </c:pt>
                <c:pt idx="9">
                  <c:v>45.1</c:v>
                </c:pt>
                <c:pt idx="10">
                  <c:v>42.6</c:v>
                </c:pt>
                <c:pt idx="11">
                  <c:v>41.6</c:v>
                </c:pt>
                <c:pt idx="12">
                  <c:v>41.3</c:v>
                </c:pt>
                <c:pt idx="13">
                  <c:v>42.6</c:v>
                </c:pt>
                <c:pt idx="14">
                  <c:v>42.6</c:v>
                </c:pt>
                <c:pt idx="15">
                  <c:v>43.2</c:v>
                </c:pt>
                <c:pt idx="16">
                  <c:v>42.9</c:v>
                </c:pt>
                <c:pt idx="17">
                  <c:v>42.9</c:v>
                </c:pt>
                <c:pt idx="18">
                  <c:v>42.5</c:v>
                </c:pt>
                <c:pt idx="19">
                  <c:v>42.5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Sheet1!$C$2:$C$21</c:f>
              <c:numCache>
                <c:formatCode>0.0</c:formatCode>
                <c:ptCount val="20"/>
                <c:pt idx="0">
                  <c:v>36.6</c:v>
                </c:pt>
                <c:pt idx="1">
                  <c:v>36.5</c:v>
                </c:pt>
                <c:pt idx="2">
                  <c:v>33.799999999999997</c:v>
                </c:pt>
                <c:pt idx="3">
                  <c:v>33.9</c:v>
                </c:pt>
                <c:pt idx="4">
                  <c:v>37.9</c:v>
                </c:pt>
                <c:pt idx="5">
                  <c:v>36.9</c:v>
                </c:pt>
                <c:pt idx="6">
                  <c:v>41.7</c:v>
                </c:pt>
                <c:pt idx="7">
                  <c:v>39.4</c:v>
                </c:pt>
                <c:pt idx="8">
                  <c:v>37.700000000000003</c:v>
                </c:pt>
                <c:pt idx="9">
                  <c:v>37.799999999999997</c:v>
                </c:pt>
                <c:pt idx="10">
                  <c:v>39.1</c:v>
                </c:pt>
                <c:pt idx="11">
                  <c:v>39.799999999999997</c:v>
                </c:pt>
                <c:pt idx="12">
                  <c:v>39.200000000000003</c:v>
                </c:pt>
                <c:pt idx="13">
                  <c:v>38</c:v>
                </c:pt>
                <c:pt idx="14">
                  <c:v>38.799999999999997</c:v>
                </c:pt>
                <c:pt idx="15">
                  <c:v>38.4</c:v>
                </c:pt>
                <c:pt idx="16">
                  <c:v>38.200000000000003</c:v>
                </c:pt>
                <c:pt idx="17">
                  <c:v>38.6</c:v>
                </c:pt>
                <c:pt idx="18">
                  <c:v>38.700000000000003</c:v>
                </c:pt>
                <c:pt idx="19">
                  <c:v>39.1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Sheet1!$D$2:$D$21</c:f>
              <c:numCache>
                <c:formatCode>0.0</c:formatCode>
                <c:ptCount val="20"/>
                <c:pt idx="0">
                  <c:v>5.5</c:v>
                </c:pt>
                <c:pt idx="1">
                  <c:v>4.0999999999999996</c:v>
                </c:pt>
                <c:pt idx="2">
                  <c:v>3.8</c:v>
                </c:pt>
                <c:pt idx="3">
                  <c:v>3.4</c:v>
                </c:pt>
                <c:pt idx="4">
                  <c:v>3.8</c:v>
                </c:pt>
                <c:pt idx="5">
                  <c:v>3.6</c:v>
                </c:pt>
                <c:pt idx="6">
                  <c:v>2.9</c:v>
                </c:pt>
                <c:pt idx="7">
                  <c:v>6.1</c:v>
                </c:pt>
                <c:pt idx="8">
                  <c:v>6.2</c:v>
                </c:pt>
                <c:pt idx="9">
                  <c:v>3.4</c:v>
                </c:pt>
                <c:pt idx="10">
                  <c:v>4</c:v>
                </c:pt>
                <c:pt idx="11">
                  <c:v>3.6</c:v>
                </c:pt>
                <c:pt idx="12">
                  <c:v>3.8</c:v>
                </c:pt>
                <c:pt idx="13">
                  <c:v>4.2</c:v>
                </c:pt>
                <c:pt idx="14">
                  <c:v>4.2</c:v>
                </c:pt>
                <c:pt idx="15">
                  <c:v>4.0999999999999996</c:v>
                </c:pt>
                <c:pt idx="16">
                  <c:v>3.9</c:v>
                </c:pt>
                <c:pt idx="17">
                  <c:v>4</c:v>
                </c:pt>
                <c:pt idx="18">
                  <c:v>3.8</c:v>
                </c:pt>
                <c:pt idx="19">
                  <c:v>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Sheet1!$E$2:$E$21</c:f>
              <c:numCache>
                <c:formatCode>0.0</c:formatCode>
                <c:ptCount val="20"/>
                <c:pt idx="0">
                  <c:v>4</c:v>
                </c:pt>
                <c:pt idx="1">
                  <c:v>4</c:v>
                </c:pt>
                <c:pt idx="2">
                  <c:v>4</c:v>
                </c:pt>
                <c:pt idx="3">
                  <c:v>6.4</c:v>
                </c:pt>
                <c:pt idx="4">
                  <c:v>5.5</c:v>
                </c:pt>
                <c:pt idx="5">
                  <c:v>6.3</c:v>
                </c:pt>
                <c:pt idx="6">
                  <c:v>5.6</c:v>
                </c:pt>
                <c:pt idx="7">
                  <c:v>6.1</c:v>
                </c:pt>
                <c:pt idx="8">
                  <c:v>5.6</c:v>
                </c:pt>
                <c:pt idx="9">
                  <c:v>4.8</c:v>
                </c:pt>
                <c:pt idx="10">
                  <c:v>4.4000000000000004</c:v>
                </c:pt>
                <c:pt idx="11">
                  <c:v>4.7</c:v>
                </c:pt>
                <c:pt idx="12">
                  <c:v>5.5</c:v>
                </c:pt>
                <c:pt idx="13">
                  <c:v>5</c:v>
                </c:pt>
                <c:pt idx="14">
                  <c:v>4.7</c:v>
                </c:pt>
                <c:pt idx="15">
                  <c:v>4.5999999999999996</c:v>
                </c:pt>
                <c:pt idx="16">
                  <c:v>4.5999999999999996</c:v>
                </c:pt>
                <c:pt idx="17">
                  <c:v>4.5999999999999996</c:v>
                </c:pt>
                <c:pt idx="18">
                  <c:v>5.0999999999999996</c:v>
                </c:pt>
                <c:pt idx="19">
                  <c:v>4.9000000000000004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Sheet1!$F$2:$F$21</c:f>
              <c:numCache>
                <c:formatCode>0.0</c:formatCode>
                <c:ptCount val="20"/>
                <c:pt idx="0">
                  <c:v>2.1</c:v>
                </c:pt>
                <c:pt idx="1">
                  <c:v>1.5</c:v>
                </c:pt>
                <c:pt idx="2">
                  <c:v>3.2</c:v>
                </c:pt>
                <c:pt idx="3">
                  <c:v>1.4</c:v>
                </c:pt>
                <c:pt idx="4">
                  <c:v>3.8</c:v>
                </c:pt>
                <c:pt idx="5">
                  <c:v>3.4</c:v>
                </c:pt>
                <c:pt idx="6">
                  <c:v>1.7</c:v>
                </c:pt>
                <c:pt idx="7">
                  <c:v>1.5</c:v>
                </c:pt>
                <c:pt idx="8">
                  <c:v>1.5</c:v>
                </c:pt>
                <c:pt idx="9">
                  <c:v>2</c:v>
                </c:pt>
                <c:pt idx="10">
                  <c:v>1.9</c:v>
                </c:pt>
                <c:pt idx="11">
                  <c:v>1.8</c:v>
                </c:pt>
                <c:pt idx="12">
                  <c:v>1.9</c:v>
                </c:pt>
                <c:pt idx="13">
                  <c:v>1.6</c:v>
                </c:pt>
                <c:pt idx="14">
                  <c:v>1.5</c:v>
                </c:pt>
                <c:pt idx="15">
                  <c:v>1.4</c:v>
                </c:pt>
                <c:pt idx="16">
                  <c:v>2</c:v>
                </c:pt>
                <c:pt idx="17">
                  <c:v>1.9</c:v>
                </c:pt>
                <c:pt idx="18">
                  <c:v>1.8</c:v>
                </c:pt>
                <c:pt idx="19">
                  <c:v>1.7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Sheet1!$G$2:$G$21</c:f>
              <c:numCache>
                <c:formatCode>0.0</c:formatCode>
                <c:ptCount val="20"/>
                <c:pt idx="0">
                  <c:v>10</c:v>
                </c:pt>
                <c:pt idx="1">
                  <c:v>9.6999999999999993</c:v>
                </c:pt>
                <c:pt idx="2">
                  <c:v>9.3000000000000007</c:v>
                </c:pt>
                <c:pt idx="3">
                  <c:v>11.6</c:v>
                </c:pt>
                <c:pt idx="4">
                  <c:v>9.1</c:v>
                </c:pt>
                <c:pt idx="5">
                  <c:v>8.1</c:v>
                </c:pt>
                <c:pt idx="6">
                  <c:v>8.8000000000000007</c:v>
                </c:pt>
                <c:pt idx="7">
                  <c:v>7</c:v>
                </c:pt>
                <c:pt idx="8">
                  <c:v>6.9</c:v>
                </c:pt>
                <c:pt idx="9">
                  <c:v>6.9</c:v>
                </c:pt>
                <c:pt idx="10">
                  <c:v>8</c:v>
                </c:pt>
                <c:pt idx="11">
                  <c:v>8.4</c:v>
                </c:pt>
                <c:pt idx="12">
                  <c:v>8.3000000000000007</c:v>
                </c:pt>
                <c:pt idx="13">
                  <c:v>8.6</c:v>
                </c:pt>
                <c:pt idx="14">
                  <c:v>8.1</c:v>
                </c:pt>
                <c:pt idx="15">
                  <c:v>8.3000000000000007</c:v>
                </c:pt>
                <c:pt idx="16">
                  <c:v>8.4</c:v>
                </c:pt>
                <c:pt idx="17">
                  <c:v>8.1</c:v>
                </c:pt>
                <c:pt idx="18">
                  <c:v>8.1</c:v>
                </c:pt>
                <c:pt idx="19">
                  <c:v>7.8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Sheet1!$B$2:$B$21</c:f>
              <c:numCache>
                <c:formatCode>0.0</c:formatCode>
                <c:ptCount val="20"/>
                <c:pt idx="0">
                  <c:v>48.9</c:v>
                </c:pt>
                <c:pt idx="1">
                  <c:v>49.7</c:v>
                </c:pt>
                <c:pt idx="2">
                  <c:v>48.2</c:v>
                </c:pt>
                <c:pt idx="3">
                  <c:v>49.4</c:v>
                </c:pt>
                <c:pt idx="4">
                  <c:v>51.1</c:v>
                </c:pt>
                <c:pt idx="5">
                  <c:v>48.6</c:v>
                </c:pt>
                <c:pt idx="6">
                  <c:v>48.9</c:v>
                </c:pt>
                <c:pt idx="7">
                  <c:v>47.2</c:v>
                </c:pt>
                <c:pt idx="8">
                  <c:v>47.8</c:v>
                </c:pt>
                <c:pt idx="9">
                  <c:v>47.1</c:v>
                </c:pt>
                <c:pt idx="10">
                  <c:v>46</c:v>
                </c:pt>
                <c:pt idx="11">
                  <c:v>46.5</c:v>
                </c:pt>
                <c:pt idx="12">
                  <c:v>46.7</c:v>
                </c:pt>
                <c:pt idx="13">
                  <c:v>46.1</c:v>
                </c:pt>
                <c:pt idx="14">
                  <c:v>46.3</c:v>
                </c:pt>
                <c:pt idx="15">
                  <c:v>45.8</c:v>
                </c:pt>
                <c:pt idx="16">
                  <c:v>45.6</c:v>
                </c:pt>
                <c:pt idx="17">
                  <c:v>45.6</c:v>
                </c:pt>
                <c:pt idx="18">
                  <c:v>45.8</c:v>
                </c:pt>
                <c:pt idx="19">
                  <c:v>45.9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Sheet1!$C$2:$C$21</c:f>
              <c:numCache>
                <c:formatCode>0.0</c:formatCode>
                <c:ptCount val="20"/>
                <c:pt idx="0">
                  <c:v>34.9</c:v>
                </c:pt>
                <c:pt idx="1">
                  <c:v>33.799999999999997</c:v>
                </c:pt>
                <c:pt idx="2">
                  <c:v>34.200000000000003</c:v>
                </c:pt>
                <c:pt idx="3">
                  <c:v>33.700000000000003</c:v>
                </c:pt>
                <c:pt idx="4">
                  <c:v>33.799999999999997</c:v>
                </c:pt>
                <c:pt idx="5">
                  <c:v>35.700000000000003</c:v>
                </c:pt>
                <c:pt idx="6">
                  <c:v>35.200000000000003</c:v>
                </c:pt>
                <c:pt idx="7">
                  <c:v>36.9</c:v>
                </c:pt>
                <c:pt idx="8">
                  <c:v>36.799999999999997</c:v>
                </c:pt>
                <c:pt idx="9">
                  <c:v>37.4</c:v>
                </c:pt>
                <c:pt idx="10">
                  <c:v>38.4</c:v>
                </c:pt>
                <c:pt idx="11">
                  <c:v>38.1</c:v>
                </c:pt>
                <c:pt idx="12">
                  <c:v>37.6</c:v>
                </c:pt>
                <c:pt idx="13">
                  <c:v>37.700000000000003</c:v>
                </c:pt>
                <c:pt idx="14">
                  <c:v>37.9</c:v>
                </c:pt>
                <c:pt idx="15">
                  <c:v>38.799999999999997</c:v>
                </c:pt>
                <c:pt idx="16">
                  <c:v>38.5</c:v>
                </c:pt>
                <c:pt idx="17">
                  <c:v>38.4</c:v>
                </c:pt>
                <c:pt idx="18">
                  <c:v>38.299999999999997</c:v>
                </c:pt>
                <c:pt idx="19">
                  <c:v>38.200000000000003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Sheet1!$D$2:$D$21</c:f>
              <c:numCache>
                <c:formatCode>0.0</c:formatCode>
                <c:ptCount val="20"/>
                <c:pt idx="0">
                  <c:v>4.2</c:v>
                </c:pt>
                <c:pt idx="1">
                  <c:v>4.5</c:v>
                </c:pt>
                <c:pt idx="2">
                  <c:v>5</c:v>
                </c:pt>
                <c:pt idx="3">
                  <c:v>3.1</c:v>
                </c:pt>
                <c:pt idx="4">
                  <c:v>2.9</c:v>
                </c:pt>
                <c:pt idx="5">
                  <c:v>2.7</c:v>
                </c:pt>
                <c:pt idx="6">
                  <c:v>3</c:v>
                </c:pt>
                <c:pt idx="7">
                  <c:v>3.1</c:v>
                </c:pt>
                <c:pt idx="8">
                  <c:v>3.1</c:v>
                </c:pt>
                <c:pt idx="9">
                  <c:v>3.1</c:v>
                </c:pt>
                <c:pt idx="10">
                  <c:v>3.1</c:v>
                </c:pt>
                <c:pt idx="11">
                  <c:v>3.1</c:v>
                </c:pt>
                <c:pt idx="12">
                  <c:v>3.1</c:v>
                </c:pt>
                <c:pt idx="13">
                  <c:v>3.4</c:v>
                </c:pt>
                <c:pt idx="14">
                  <c:v>3.4</c:v>
                </c:pt>
                <c:pt idx="15">
                  <c:v>3.5</c:v>
                </c:pt>
                <c:pt idx="16">
                  <c:v>3.4</c:v>
                </c:pt>
                <c:pt idx="17">
                  <c:v>3.5</c:v>
                </c:pt>
                <c:pt idx="18">
                  <c:v>3.4</c:v>
                </c:pt>
                <c:pt idx="19">
                  <c:v>3.3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Sheet1!$E$2:$E$21</c:f>
              <c:numCache>
                <c:formatCode>0.0</c:formatCode>
                <c:ptCount val="20"/>
                <c:pt idx="0">
                  <c:v>3.9</c:v>
                </c:pt>
                <c:pt idx="1">
                  <c:v>4</c:v>
                </c:pt>
                <c:pt idx="2">
                  <c:v>3.6</c:v>
                </c:pt>
                <c:pt idx="3">
                  <c:v>3.8</c:v>
                </c:pt>
                <c:pt idx="4">
                  <c:v>2.9</c:v>
                </c:pt>
                <c:pt idx="5">
                  <c:v>3.3</c:v>
                </c:pt>
                <c:pt idx="6">
                  <c:v>3.1</c:v>
                </c:pt>
                <c:pt idx="7">
                  <c:v>3.2</c:v>
                </c:pt>
                <c:pt idx="8">
                  <c:v>2.8</c:v>
                </c:pt>
                <c:pt idx="9">
                  <c:v>2.9</c:v>
                </c:pt>
                <c:pt idx="10">
                  <c:v>3</c:v>
                </c:pt>
                <c:pt idx="11">
                  <c:v>3.2</c:v>
                </c:pt>
                <c:pt idx="12">
                  <c:v>3.7</c:v>
                </c:pt>
                <c:pt idx="13">
                  <c:v>3.7</c:v>
                </c:pt>
                <c:pt idx="14">
                  <c:v>3.6</c:v>
                </c:pt>
                <c:pt idx="15">
                  <c:v>3.6</c:v>
                </c:pt>
                <c:pt idx="16">
                  <c:v>4</c:v>
                </c:pt>
                <c:pt idx="17">
                  <c:v>4</c:v>
                </c:pt>
                <c:pt idx="18">
                  <c:v>4.2</c:v>
                </c:pt>
                <c:pt idx="19">
                  <c:v>4.0999999999999996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Sheet1!$F$2:$F$21</c:f>
              <c:numCache>
                <c:formatCode>0.0</c:formatCode>
                <c:ptCount val="20"/>
                <c:pt idx="0">
                  <c:v>1.3</c:v>
                </c:pt>
                <c:pt idx="1">
                  <c:v>1.3</c:v>
                </c:pt>
                <c:pt idx="2">
                  <c:v>1.5</c:v>
                </c:pt>
                <c:pt idx="3">
                  <c:v>2</c:v>
                </c:pt>
                <c:pt idx="4">
                  <c:v>1.1000000000000001</c:v>
                </c:pt>
                <c:pt idx="5">
                  <c:v>1.3</c:v>
                </c:pt>
                <c:pt idx="6">
                  <c:v>0.8</c:v>
                </c:pt>
                <c:pt idx="7">
                  <c:v>1.1000000000000001</c:v>
                </c:pt>
                <c:pt idx="8">
                  <c:v>0.9</c:v>
                </c:pt>
                <c:pt idx="9">
                  <c:v>1.4</c:v>
                </c:pt>
                <c:pt idx="10">
                  <c:v>1.4</c:v>
                </c:pt>
                <c:pt idx="11">
                  <c:v>1.2</c:v>
                </c:pt>
                <c:pt idx="12">
                  <c:v>1.2</c:v>
                </c:pt>
                <c:pt idx="13">
                  <c:v>1.6</c:v>
                </c:pt>
                <c:pt idx="14">
                  <c:v>1.4</c:v>
                </c:pt>
                <c:pt idx="15">
                  <c:v>1.3</c:v>
                </c:pt>
                <c:pt idx="16">
                  <c:v>1.2</c:v>
                </c:pt>
                <c:pt idx="17">
                  <c:v>1.1000000000000001</c:v>
                </c:pt>
                <c:pt idx="18">
                  <c:v>1.1000000000000001</c:v>
                </c:pt>
                <c:pt idx="19">
                  <c:v>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Sheet1!$G$2:$G$21</c:f>
              <c:numCache>
                <c:formatCode>0.0</c:formatCode>
                <c:ptCount val="20"/>
                <c:pt idx="0">
                  <c:v>6.9</c:v>
                </c:pt>
                <c:pt idx="1">
                  <c:v>6.8</c:v>
                </c:pt>
                <c:pt idx="2">
                  <c:v>7.6</c:v>
                </c:pt>
                <c:pt idx="3">
                  <c:v>8.1</c:v>
                </c:pt>
                <c:pt idx="4">
                  <c:v>8.3000000000000007</c:v>
                </c:pt>
                <c:pt idx="5">
                  <c:v>8.4</c:v>
                </c:pt>
                <c:pt idx="6">
                  <c:v>9.1</c:v>
                </c:pt>
                <c:pt idx="7">
                  <c:v>8.6</c:v>
                </c:pt>
                <c:pt idx="8">
                  <c:v>8.6999999999999993</c:v>
                </c:pt>
                <c:pt idx="9">
                  <c:v>8.1</c:v>
                </c:pt>
                <c:pt idx="10">
                  <c:v>8.1999999999999993</c:v>
                </c:pt>
                <c:pt idx="11">
                  <c:v>7.9</c:v>
                </c:pt>
                <c:pt idx="12">
                  <c:v>7.8</c:v>
                </c:pt>
                <c:pt idx="13">
                  <c:v>7.5</c:v>
                </c:pt>
                <c:pt idx="14">
                  <c:v>7.3</c:v>
                </c:pt>
                <c:pt idx="15">
                  <c:v>7</c:v>
                </c:pt>
                <c:pt idx="16">
                  <c:v>7.4</c:v>
                </c:pt>
                <c:pt idx="17">
                  <c:v>7.4</c:v>
                </c:pt>
                <c:pt idx="18">
                  <c:v>7.3</c:v>
                </c:pt>
                <c:pt idx="19">
                  <c:v>7.3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Sheet1!$B$2:$B$21</c:f>
              <c:numCache>
                <c:formatCode>0.0</c:formatCode>
                <c:ptCount val="20"/>
                <c:pt idx="0">
                  <c:v>45.8</c:v>
                </c:pt>
                <c:pt idx="1">
                  <c:v>45.5</c:v>
                </c:pt>
                <c:pt idx="2">
                  <c:v>45.6</c:v>
                </c:pt>
                <c:pt idx="3">
                  <c:v>45.8</c:v>
                </c:pt>
                <c:pt idx="4">
                  <c:v>45.5</c:v>
                </c:pt>
                <c:pt idx="5">
                  <c:v>48</c:v>
                </c:pt>
                <c:pt idx="6">
                  <c:v>48.6</c:v>
                </c:pt>
                <c:pt idx="7">
                  <c:v>47.4</c:v>
                </c:pt>
                <c:pt idx="8">
                  <c:v>47.3</c:v>
                </c:pt>
                <c:pt idx="9">
                  <c:v>46.8</c:v>
                </c:pt>
                <c:pt idx="10">
                  <c:v>46.4</c:v>
                </c:pt>
                <c:pt idx="11">
                  <c:v>45.8</c:v>
                </c:pt>
                <c:pt idx="12">
                  <c:v>45.4</c:v>
                </c:pt>
                <c:pt idx="13">
                  <c:v>45</c:v>
                </c:pt>
                <c:pt idx="14">
                  <c:v>45.5</c:v>
                </c:pt>
                <c:pt idx="15">
                  <c:v>45.5</c:v>
                </c:pt>
                <c:pt idx="16">
                  <c:v>45.4</c:v>
                </c:pt>
                <c:pt idx="17">
                  <c:v>45.6</c:v>
                </c:pt>
                <c:pt idx="18">
                  <c:v>45.4</c:v>
                </c:pt>
                <c:pt idx="19">
                  <c:v>45.8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Sheet1!$C$2:$C$21</c:f>
              <c:numCache>
                <c:formatCode>0.0</c:formatCode>
                <c:ptCount val="20"/>
                <c:pt idx="0">
                  <c:v>38.9</c:v>
                </c:pt>
                <c:pt idx="1">
                  <c:v>39.299999999999997</c:v>
                </c:pt>
                <c:pt idx="2">
                  <c:v>38.799999999999997</c:v>
                </c:pt>
                <c:pt idx="3">
                  <c:v>38.4</c:v>
                </c:pt>
                <c:pt idx="4">
                  <c:v>38.5</c:v>
                </c:pt>
                <c:pt idx="5">
                  <c:v>37.1</c:v>
                </c:pt>
                <c:pt idx="6">
                  <c:v>36.9</c:v>
                </c:pt>
                <c:pt idx="7">
                  <c:v>38.1</c:v>
                </c:pt>
                <c:pt idx="8">
                  <c:v>37.9</c:v>
                </c:pt>
                <c:pt idx="9">
                  <c:v>37.1</c:v>
                </c:pt>
                <c:pt idx="10">
                  <c:v>37.799999999999997</c:v>
                </c:pt>
                <c:pt idx="11">
                  <c:v>38.299999999999997</c:v>
                </c:pt>
                <c:pt idx="12">
                  <c:v>38.700000000000003</c:v>
                </c:pt>
                <c:pt idx="13">
                  <c:v>38.9</c:v>
                </c:pt>
                <c:pt idx="14">
                  <c:v>38.6</c:v>
                </c:pt>
                <c:pt idx="15">
                  <c:v>38.4</c:v>
                </c:pt>
                <c:pt idx="16">
                  <c:v>37.6</c:v>
                </c:pt>
                <c:pt idx="17">
                  <c:v>37.5</c:v>
                </c:pt>
                <c:pt idx="18">
                  <c:v>37.5</c:v>
                </c:pt>
                <c:pt idx="19">
                  <c:v>37.200000000000003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Sheet1!$D$2:$D$21</c:f>
              <c:numCache>
                <c:formatCode>0.0</c:formatCode>
                <c:ptCount val="20"/>
                <c:pt idx="0">
                  <c:v>4.8</c:v>
                </c:pt>
                <c:pt idx="1">
                  <c:v>5</c:v>
                </c:pt>
                <c:pt idx="2">
                  <c:v>5</c:v>
                </c:pt>
                <c:pt idx="3">
                  <c:v>4.9000000000000004</c:v>
                </c:pt>
                <c:pt idx="4">
                  <c:v>4</c:v>
                </c:pt>
                <c:pt idx="5">
                  <c:v>3.6</c:v>
                </c:pt>
                <c:pt idx="6">
                  <c:v>3.3</c:v>
                </c:pt>
                <c:pt idx="7">
                  <c:v>4.0999999999999996</c:v>
                </c:pt>
                <c:pt idx="8">
                  <c:v>4.3</c:v>
                </c:pt>
                <c:pt idx="9">
                  <c:v>5.2</c:v>
                </c:pt>
                <c:pt idx="10">
                  <c:v>4.5</c:v>
                </c:pt>
                <c:pt idx="11">
                  <c:v>4.7</c:v>
                </c:pt>
                <c:pt idx="12">
                  <c:v>4.5999999999999996</c:v>
                </c:pt>
                <c:pt idx="13">
                  <c:v>5.0999999999999996</c:v>
                </c:pt>
                <c:pt idx="14">
                  <c:v>4.9000000000000004</c:v>
                </c:pt>
                <c:pt idx="15">
                  <c:v>5</c:v>
                </c:pt>
                <c:pt idx="16">
                  <c:v>5.4</c:v>
                </c:pt>
                <c:pt idx="17">
                  <c:v>5.3</c:v>
                </c:pt>
                <c:pt idx="18">
                  <c:v>5.4</c:v>
                </c:pt>
                <c:pt idx="19">
                  <c:v>5.3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Sheet1!$E$2:$E$21</c:f>
              <c:numCache>
                <c:formatCode>0.0</c:formatCode>
                <c:ptCount val="20"/>
                <c:pt idx="0">
                  <c:v>2.2999999999999998</c:v>
                </c:pt>
                <c:pt idx="1">
                  <c:v>2.4</c:v>
                </c:pt>
                <c:pt idx="2">
                  <c:v>2.1</c:v>
                </c:pt>
                <c:pt idx="3">
                  <c:v>2.1</c:v>
                </c:pt>
                <c:pt idx="4">
                  <c:v>1.9</c:v>
                </c:pt>
                <c:pt idx="5">
                  <c:v>1.8</c:v>
                </c:pt>
                <c:pt idx="6">
                  <c:v>1.8</c:v>
                </c:pt>
                <c:pt idx="7">
                  <c:v>1.7</c:v>
                </c:pt>
                <c:pt idx="8">
                  <c:v>1.7</c:v>
                </c:pt>
                <c:pt idx="9">
                  <c:v>2</c:v>
                </c:pt>
                <c:pt idx="10">
                  <c:v>2.1</c:v>
                </c:pt>
                <c:pt idx="11">
                  <c:v>2</c:v>
                </c:pt>
                <c:pt idx="12">
                  <c:v>2</c:v>
                </c:pt>
                <c:pt idx="13">
                  <c:v>2.1</c:v>
                </c:pt>
                <c:pt idx="14">
                  <c:v>2</c:v>
                </c:pt>
                <c:pt idx="15">
                  <c:v>2.1</c:v>
                </c:pt>
                <c:pt idx="16">
                  <c:v>2.2000000000000002</c:v>
                </c:pt>
                <c:pt idx="17">
                  <c:v>2.2999999999999998</c:v>
                </c:pt>
                <c:pt idx="18">
                  <c:v>2.2999999999999998</c:v>
                </c:pt>
                <c:pt idx="19">
                  <c:v>2.2999999999999998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Sheet1!$F$2:$F$21</c:f>
              <c:numCache>
                <c:formatCode>0.0</c:formatCode>
                <c:ptCount val="20"/>
                <c:pt idx="0">
                  <c:v>1.3</c:v>
                </c:pt>
                <c:pt idx="1">
                  <c:v>1.8</c:v>
                </c:pt>
                <c:pt idx="2">
                  <c:v>1.8</c:v>
                </c:pt>
                <c:pt idx="3">
                  <c:v>1.1000000000000001</c:v>
                </c:pt>
                <c:pt idx="4">
                  <c:v>1.8</c:v>
                </c:pt>
                <c:pt idx="5">
                  <c:v>1.4</c:v>
                </c:pt>
                <c:pt idx="6">
                  <c:v>1.4</c:v>
                </c:pt>
                <c:pt idx="7">
                  <c:v>1.3</c:v>
                </c:pt>
                <c:pt idx="8">
                  <c:v>1.4</c:v>
                </c:pt>
                <c:pt idx="9">
                  <c:v>1.1000000000000001</c:v>
                </c:pt>
                <c:pt idx="10">
                  <c:v>1</c:v>
                </c:pt>
                <c:pt idx="11">
                  <c:v>1</c:v>
                </c:pt>
                <c:pt idx="12">
                  <c:v>1</c:v>
                </c:pt>
                <c:pt idx="13">
                  <c:v>1.1000000000000001</c:v>
                </c:pt>
                <c:pt idx="14">
                  <c:v>1.1000000000000001</c:v>
                </c:pt>
                <c:pt idx="15">
                  <c:v>1.2</c:v>
                </c:pt>
                <c:pt idx="16">
                  <c:v>1.4</c:v>
                </c:pt>
                <c:pt idx="17">
                  <c:v>1.3</c:v>
                </c:pt>
                <c:pt idx="18">
                  <c:v>1.4</c:v>
                </c:pt>
                <c:pt idx="19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Sheet1!$G$2:$G$21</c:f>
              <c:numCache>
                <c:formatCode>0.0</c:formatCode>
                <c:ptCount val="20"/>
                <c:pt idx="0">
                  <c:v>6.8</c:v>
                </c:pt>
                <c:pt idx="1">
                  <c:v>6</c:v>
                </c:pt>
                <c:pt idx="2">
                  <c:v>6.7</c:v>
                </c:pt>
                <c:pt idx="3">
                  <c:v>7.6</c:v>
                </c:pt>
                <c:pt idx="4">
                  <c:v>8.3000000000000007</c:v>
                </c:pt>
                <c:pt idx="5">
                  <c:v>8</c:v>
                </c:pt>
                <c:pt idx="6">
                  <c:v>7.9</c:v>
                </c:pt>
                <c:pt idx="7">
                  <c:v>7.5</c:v>
                </c:pt>
                <c:pt idx="8">
                  <c:v>7.3</c:v>
                </c:pt>
                <c:pt idx="9">
                  <c:v>7.8</c:v>
                </c:pt>
                <c:pt idx="10">
                  <c:v>8.3000000000000007</c:v>
                </c:pt>
                <c:pt idx="11">
                  <c:v>8.1999999999999993</c:v>
                </c:pt>
                <c:pt idx="12">
                  <c:v>8.4</c:v>
                </c:pt>
                <c:pt idx="13">
                  <c:v>7.7</c:v>
                </c:pt>
                <c:pt idx="14">
                  <c:v>7.8</c:v>
                </c:pt>
                <c:pt idx="15">
                  <c:v>7.8</c:v>
                </c:pt>
                <c:pt idx="16">
                  <c:v>7.9</c:v>
                </c:pt>
                <c:pt idx="17">
                  <c:v>8.1</c:v>
                </c:pt>
                <c:pt idx="18">
                  <c:v>8.1</c:v>
                </c:pt>
                <c:pt idx="19">
                  <c:v>8.1999999999999993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Sheet1!$B$2:$B$21</c:f>
              <c:numCache>
                <c:formatCode>0.0</c:formatCode>
                <c:ptCount val="20"/>
                <c:pt idx="0">
                  <c:v>44.1</c:v>
                </c:pt>
                <c:pt idx="1">
                  <c:v>43.6</c:v>
                </c:pt>
                <c:pt idx="2">
                  <c:v>43.5</c:v>
                </c:pt>
                <c:pt idx="3">
                  <c:v>42.8</c:v>
                </c:pt>
                <c:pt idx="4">
                  <c:v>43.6</c:v>
                </c:pt>
                <c:pt idx="5">
                  <c:v>44.1</c:v>
                </c:pt>
                <c:pt idx="6">
                  <c:v>48.2</c:v>
                </c:pt>
                <c:pt idx="7">
                  <c:v>48.7</c:v>
                </c:pt>
                <c:pt idx="8">
                  <c:v>45.2</c:v>
                </c:pt>
                <c:pt idx="9">
                  <c:v>45.8</c:v>
                </c:pt>
                <c:pt idx="10">
                  <c:v>44.8</c:v>
                </c:pt>
                <c:pt idx="11">
                  <c:v>44.6</c:v>
                </c:pt>
                <c:pt idx="12">
                  <c:v>44.2</c:v>
                </c:pt>
                <c:pt idx="13">
                  <c:v>43.8</c:v>
                </c:pt>
                <c:pt idx="14">
                  <c:v>44.4</c:v>
                </c:pt>
                <c:pt idx="15">
                  <c:v>44.6</c:v>
                </c:pt>
                <c:pt idx="16">
                  <c:v>44.4</c:v>
                </c:pt>
                <c:pt idx="17">
                  <c:v>44.6</c:v>
                </c:pt>
                <c:pt idx="18">
                  <c:v>44.8</c:v>
                </c:pt>
                <c:pt idx="19">
                  <c:v>45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Sheet1!$C$2:$C$21</c:f>
              <c:numCache>
                <c:formatCode>0.0</c:formatCode>
                <c:ptCount val="20"/>
                <c:pt idx="0">
                  <c:v>34.200000000000003</c:v>
                </c:pt>
                <c:pt idx="1">
                  <c:v>35</c:v>
                </c:pt>
                <c:pt idx="2">
                  <c:v>33.700000000000003</c:v>
                </c:pt>
                <c:pt idx="3">
                  <c:v>33</c:v>
                </c:pt>
                <c:pt idx="4">
                  <c:v>33.200000000000003</c:v>
                </c:pt>
                <c:pt idx="5">
                  <c:v>33.700000000000003</c:v>
                </c:pt>
                <c:pt idx="6">
                  <c:v>29.8</c:v>
                </c:pt>
                <c:pt idx="7">
                  <c:v>29.8</c:v>
                </c:pt>
                <c:pt idx="8">
                  <c:v>32.1</c:v>
                </c:pt>
                <c:pt idx="9">
                  <c:v>32.9</c:v>
                </c:pt>
                <c:pt idx="10">
                  <c:v>33</c:v>
                </c:pt>
                <c:pt idx="11">
                  <c:v>32.9</c:v>
                </c:pt>
                <c:pt idx="12">
                  <c:v>32.5</c:v>
                </c:pt>
                <c:pt idx="13">
                  <c:v>32.299999999999997</c:v>
                </c:pt>
                <c:pt idx="14">
                  <c:v>31.8</c:v>
                </c:pt>
                <c:pt idx="15">
                  <c:v>31.6</c:v>
                </c:pt>
                <c:pt idx="16">
                  <c:v>31.4</c:v>
                </c:pt>
                <c:pt idx="17">
                  <c:v>31</c:v>
                </c:pt>
                <c:pt idx="18">
                  <c:v>30.8</c:v>
                </c:pt>
                <c:pt idx="19">
                  <c:v>30.3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Sheet1!$D$2:$D$21</c:f>
              <c:numCache>
                <c:formatCode>0.0</c:formatCode>
                <c:ptCount val="20"/>
                <c:pt idx="0">
                  <c:v>8.1</c:v>
                </c:pt>
                <c:pt idx="1">
                  <c:v>7.8</c:v>
                </c:pt>
                <c:pt idx="2">
                  <c:v>8.1999999999999993</c:v>
                </c:pt>
                <c:pt idx="3">
                  <c:v>8.1</c:v>
                </c:pt>
                <c:pt idx="4">
                  <c:v>7.4</c:v>
                </c:pt>
                <c:pt idx="5">
                  <c:v>7.5</c:v>
                </c:pt>
                <c:pt idx="6">
                  <c:v>7.4</c:v>
                </c:pt>
                <c:pt idx="7">
                  <c:v>7.2</c:v>
                </c:pt>
                <c:pt idx="8">
                  <c:v>7.6</c:v>
                </c:pt>
                <c:pt idx="9">
                  <c:v>7</c:v>
                </c:pt>
                <c:pt idx="10">
                  <c:v>6.8</c:v>
                </c:pt>
                <c:pt idx="11">
                  <c:v>6.7</c:v>
                </c:pt>
                <c:pt idx="12">
                  <c:v>6.5</c:v>
                </c:pt>
                <c:pt idx="13">
                  <c:v>6.6</c:v>
                </c:pt>
                <c:pt idx="14">
                  <c:v>6.5</c:v>
                </c:pt>
                <c:pt idx="15">
                  <c:v>6.4</c:v>
                </c:pt>
                <c:pt idx="16">
                  <c:v>6.5</c:v>
                </c:pt>
                <c:pt idx="17">
                  <c:v>6.5</c:v>
                </c:pt>
                <c:pt idx="18">
                  <c:v>6.5</c:v>
                </c:pt>
                <c:pt idx="19">
                  <c:v>6.5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Sheet1!$E$2:$E$21</c:f>
              <c:numCache>
                <c:formatCode>0.0</c:formatCode>
                <c:ptCount val="20"/>
                <c:pt idx="0">
                  <c:v>3.1</c:v>
                </c:pt>
                <c:pt idx="1">
                  <c:v>3.8</c:v>
                </c:pt>
                <c:pt idx="2">
                  <c:v>3</c:v>
                </c:pt>
                <c:pt idx="3">
                  <c:v>2.7</c:v>
                </c:pt>
                <c:pt idx="4">
                  <c:v>2.4</c:v>
                </c:pt>
                <c:pt idx="5">
                  <c:v>2</c:v>
                </c:pt>
                <c:pt idx="6">
                  <c:v>2.6</c:v>
                </c:pt>
                <c:pt idx="7">
                  <c:v>3.1</c:v>
                </c:pt>
                <c:pt idx="8">
                  <c:v>3.4</c:v>
                </c:pt>
                <c:pt idx="9">
                  <c:v>3.1</c:v>
                </c:pt>
                <c:pt idx="10">
                  <c:v>3.3</c:v>
                </c:pt>
                <c:pt idx="11">
                  <c:v>3.4</c:v>
                </c:pt>
                <c:pt idx="12">
                  <c:v>3.5</c:v>
                </c:pt>
                <c:pt idx="13">
                  <c:v>3.3</c:v>
                </c:pt>
                <c:pt idx="14">
                  <c:v>3.6</c:v>
                </c:pt>
                <c:pt idx="15">
                  <c:v>3.8</c:v>
                </c:pt>
                <c:pt idx="16">
                  <c:v>3.6</c:v>
                </c:pt>
                <c:pt idx="17">
                  <c:v>3.8</c:v>
                </c:pt>
                <c:pt idx="18">
                  <c:v>3.8</c:v>
                </c:pt>
                <c:pt idx="19">
                  <c:v>3.9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Sheet1!$F$2:$F$21</c:f>
              <c:numCache>
                <c:formatCode>0.0</c:formatCode>
                <c:ptCount val="20"/>
                <c:pt idx="0">
                  <c:v>1.6</c:v>
                </c:pt>
                <c:pt idx="1">
                  <c:v>1.2</c:v>
                </c:pt>
                <c:pt idx="2">
                  <c:v>2.1</c:v>
                </c:pt>
                <c:pt idx="3">
                  <c:v>2</c:v>
                </c:pt>
                <c:pt idx="4">
                  <c:v>1.4</c:v>
                </c:pt>
                <c:pt idx="5">
                  <c:v>1.3</c:v>
                </c:pt>
                <c:pt idx="6">
                  <c:v>1.3</c:v>
                </c:pt>
                <c:pt idx="7">
                  <c:v>1.3</c:v>
                </c:pt>
                <c:pt idx="8">
                  <c:v>1.3</c:v>
                </c:pt>
                <c:pt idx="9">
                  <c:v>0.9</c:v>
                </c:pt>
                <c:pt idx="10">
                  <c:v>1</c:v>
                </c:pt>
                <c:pt idx="11">
                  <c:v>1.1000000000000001</c:v>
                </c:pt>
                <c:pt idx="12">
                  <c:v>1.2</c:v>
                </c:pt>
                <c:pt idx="13">
                  <c:v>1.3</c:v>
                </c:pt>
                <c:pt idx="14">
                  <c:v>1.2</c:v>
                </c:pt>
                <c:pt idx="15">
                  <c:v>1.3</c:v>
                </c:pt>
                <c:pt idx="16">
                  <c:v>1.8</c:v>
                </c:pt>
                <c:pt idx="17">
                  <c:v>1.7</c:v>
                </c:pt>
                <c:pt idx="18">
                  <c:v>1.7</c:v>
                </c:pt>
                <c:pt idx="19">
                  <c:v>1.7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Sheet1!$G$2:$G$21</c:f>
              <c:numCache>
                <c:formatCode>0.0</c:formatCode>
                <c:ptCount val="20"/>
                <c:pt idx="0">
                  <c:v>8.9</c:v>
                </c:pt>
                <c:pt idx="1">
                  <c:v>8.6</c:v>
                </c:pt>
                <c:pt idx="2">
                  <c:v>9.5</c:v>
                </c:pt>
                <c:pt idx="3">
                  <c:v>11.5</c:v>
                </c:pt>
                <c:pt idx="4">
                  <c:v>12</c:v>
                </c:pt>
                <c:pt idx="5">
                  <c:v>11.3</c:v>
                </c:pt>
                <c:pt idx="6">
                  <c:v>10.6</c:v>
                </c:pt>
                <c:pt idx="7">
                  <c:v>9.8000000000000007</c:v>
                </c:pt>
                <c:pt idx="8">
                  <c:v>10.4</c:v>
                </c:pt>
                <c:pt idx="9">
                  <c:v>10.3</c:v>
                </c:pt>
                <c:pt idx="10">
                  <c:v>11.2</c:v>
                </c:pt>
                <c:pt idx="11">
                  <c:v>11.3</c:v>
                </c:pt>
                <c:pt idx="12">
                  <c:v>12.2</c:v>
                </c:pt>
                <c:pt idx="13">
                  <c:v>12.7</c:v>
                </c:pt>
                <c:pt idx="14">
                  <c:v>12.4</c:v>
                </c:pt>
                <c:pt idx="15">
                  <c:v>12.2</c:v>
                </c:pt>
                <c:pt idx="16">
                  <c:v>12.3</c:v>
                </c:pt>
                <c:pt idx="17">
                  <c:v>12.4</c:v>
                </c:pt>
                <c:pt idx="18">
                  <c:v>12.4</c:v>
                </c:pt>
                <c:pt idx="19">
                  <c:v>12.5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Sheet1!$B$2:$B$18</c:f>
              <c:numCache>
                <c:formatCode>0.0</c:formatCode>
                <c:ptCount val="17"/>
                <c:pt idx="0">
                  <c:v>40.700000000000003</c:v>
                </c:pt>
                <c:pt idx="1">
                  <c:v>39.9</c:v>
                </c:pt>
                <c:pt idx="2">
                  <c:v>40.299999999999997</c:v>
                </c:pt>
                <c:pt idx="3">
                  <c:v>38.799999999999997</c:v>
                </c:pt>
                <c:pt idx="4">
                  <c:v>40.799999999999997</c:v>
                </c:pt>
                <c:pt idx="5">
                  <c:v>42.3</c:v>
                </c:pt>
                <c:pt idx="6">
                  <c:v>41.8</c:v>
                </c:pt>
                <c:pt idx="7">
                  <c:v>41.3</c:v>
                </c:pt>
                <c:pt idx="8">
                  <c:v>39.700000000000003</c:v>
                </c:pt>
                <c:pt idx="9">
                  <c:v>40.299999999999997</c:v>
                </c:pt>
                <c:pt idx="10">
                  <c:v>40.4</c:v>
                </c:pt>
                <c:pt idx="11">
                  <c:v>40.5</c:v>
                </c:pt>
                <c:pt idx="12">
                  <c:v>40.799999999999997</c:v>
                </c:pt>
                <c:pt idx="13">
                  <c:v>40.299999999999997</c:v>
                </c:pt>
                <c:pt idx="14">
                  <c:v>40.700000000000003</c:v>
                </c:pt>
                <c:pt idx="15">
                  <c:v>40.799999999999997</c:v>
                </c:pt>
                <c:pt idx="16">
                  <c:v>41.7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Sheet1!$C$2:$C$18</c:f>
              <c:numCache>
                <c:formatCode>0.0</c:formatCode>
                <c:ptCount val="17"/>
                <c:pt idx="0">
                  <c:v>38.1</c:v>
                </c:pt>
                <c:pt idx="1">
                  <c:v>38.200000000000003</c:v>
                </c:pt>
                <c:pt idx="2">
                  <c:v>38.700000000000003</c:v>
                </c:pt>
                <c:pt idx="3">
                  <c:v>40.1</c:v>
                </c:pt>
                <c:pt idx="4">
                  <c:v>38.6</c:v>
                </c:pt>
                <c:pt idx="5">
                  <c:v>37.6</c:v>
                </c:pt>
                <c:pt idx="6">
                  <c:v>38.200000000000003</c:v>
                </c:pt>
                <c:pt idx="7">
                  <c:v>37.9</c:v>
                </c:pt>
                <c:pt idx="8">
                  <c:v>37.9</c:v>
                </c:pt>
                <c:pt idx="9">
                  <c:v>37.9</c:v>
                </c:pt>
                <c:pt idx="10">
                  <c:v>38.200000000000003</c:v>
                </c:pt>
                <c:pt idx="11">
                  <c:v>38.4</c:v>
                </c:pt>
                <c:pt idx="12">
                  <c:v>38.299999999999997</c:v>
                </c:pt>
                <c:pt idx="13">
                  <c:v>38</c:v>
                </c:pt>
                <c:pt idx="14">
                  <c:v>37.700000000000003</c:v>
                </c:pt>
                <c:pt idx="15">
                  <c:v>37.4</c:v>
                </c:pt>
                <c:pt idx="16">
                  <c:v>36.6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Sheet1!$D$2:$D$18</c:f>
              <c:numCache>
                <c:formatCode>0.0</c:formatCode>
                <c:ptCount val="17"/>
                <c:pt idx="0">
                  <c:v>5.8</c:v>
                </c:pt>
                <c:pt idx="1">
                  <c:v>5.7</c:v>
                </c:pt>
                <c:pt idx="2">
                  <c:v>5.0999999999999996</c:v>
                </c:pt>
                <c:pt idx="3">
                  <c:v>5.5</c:v>
                </c:pt>
                <c:pt idx="4">
                  <c:v>5.6</c:v>
                </c:pt>
                <c:pt idx="5">
                  <c:v>5.7</c:v>
                </c:pt>
                <c:pt idx="6">
                  <c:v>6</c:v>
                </c:pt>
                <c:pt idx="7">
                  <c:v>6</c:v>
                </c:pt>
                <c:pt idx="8">
                  <c:v>6.6</c:v>
                </c:pt>
                <c:pt idx="9">
                  <c:v>6.4</c:v>
                </c:pt>
                <c:pt idx="10">
                  <c:v>7.1</c:v>
                </c:pt>
                <c:pt idx="11">
                  <c:v>6.6</c:v>
                </c:pt>
                <c:pt idx="12">
                  <c:v>6.9</c:v>
                </c:pt>
                <c:pt idx="13">
                  <c:v>6</c:v>
                </c:pt>
                <c:pt idx="14">
                  <c:v>5.7</c:v>
                </c:pt>
                <c:pt idx="15">
                  <c:v>5.8</c:v>
                </c:pt>
                <c:pt idx="16">
                  <c:v>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Sheet1!$E$2:$E$18</c:f>
              <c:numCache>
                <c:formatCode>0.0</c:formatCode>
                <c:ptCount val="17"/>
                <c:pt idx="0">
                  <c:v>4.0999999999999996</c:v>
                </c:pt>
                <c:pt idx="1">
                  <c:v>3.5</c:v>
                </c:pt>
                <c:pt idx="2">
                  <c:v>4.0999999999999996</c:v>
                </c:pt>
                <c:pt idx="3">
                  <c:v>4.2</c:v>
                </c:pt>
                <c:pt idx="4">
                  <c:v>3.8</c:v>
                </c:pt>
                <c:pt idx="5">
                  <c:v>3.7</c:v>
                </c:pt>
                <c:pt idx="6">
                  <c:v>4</c:v>
                </c:pt>
                <c:pt idx="7">
                  <c:v>3.8</c:v>
                </c:pt>
                <c:pt idx="8">
                  <c:v>3.9</c:v>
                </c:pt>
                <c:pt idx="9">
                  <c:v>3.8</c:v>
                </c:pt>
                <c:pt idx="10">
                  <c:v>3.8</c:v>
                </c:pt>
                <c:pt idx="11">
                  <c:v>3.9</c:v>
                </c:pt>
                <c:pt idx="12">
                  <c:v>3.8</c:v>
                </c:pt>
                <c:pt idx="13">
                  <c:v>4</c:v>
                </c:pt>
                <c:pt idx="14">
                  <c:v>4</c:v>
                </c:pt>
                <c:pt idx="15">
                  <c:v>4</c:v>
                </c:pt>
                <c:pt idx="16">
                  <c:v>4.0999999999999996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Sheet1!$F$2:$F$18</c:f>
              <c:numCache>
                <c:formatCode>0.0</c:formatCode>
                <c:ptCount val="17"/>
                <c:pt idx="0">
                  <c:v>1.8</c:v>
                </c:pt>
                <c:pt idx="1">
                  <c:v>2.6</c:v>
                </c:pt>
                <c:pt idx="2">
                  <c:v>2.4</c:v>
                </c:pt>
                <c:pt idx="3">
                  <c:v>1.8</c:v>
                </c:pt>
                <c:pt idx="4">
                  <c:v>2.2999999999999998</c:v>
                </c:pt>
                <c:pt idx="5">
                  <c:v>2.2000000000000002</c:v>
                </c:pt>
                <c:pt idx="6">
                  <c:v>1.7</c:v>
                </c:pt>
                <c:pt idx="7">
                  <c:v>1.6</c:v>
                </c:pt>
                <c:pt idx="8">
                  <c:v>1.5</c:v>
                </c:pt>
                <c:pt idx="9">
                  <c:v>1.5</c:v>
                </c:pt>
                <c:pt idx="10">
                  <c:v>1.2</c:v>
                </c:pt>
                <c:pt idx="11">
                  <c:v>1.2</c:v>
                </c:pt>
                <c:pt idx="12">
                  <c:v>1.5</c:v>
                </c:pt>
                <c:pt idx="13">
                  <c:v>1.5</c:v>
                </c:pt>
                <c:pt idx="14">
                  <c:v>1.4</c:v>
                </c:pt>
                <c:pt idx="15">
                  <c:v>1.4</c:v>
                </c:pt>
                <c:pt idx="16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Sheet1!$G$2:$G$18</c:f>
              <c:numCache>
                <c:formatCode>0.0</c:formatCode>
                <c:ptCount val="17"/>
                <c:pt idx="0">
                  <c:v>9.6</c:v>
                </c:pt>
                <c:pt idx="1">
                  <c:v>10.1</c:v>
                </c:pt>
                <c:pt idx="2">
                  <c:v>9.5</c:v>
                </c:pt>
                <c:pt idx="3">
                  <c:v>9.6</c:v>
                </c:pt>
                <c:pt idx="4">
                  <c:v>8.9</c:v>
                </c:pt>
                <c:pt idx="5">
                  <c:v>8.5</c:v>
                </c:pt>
                <c:pt idx="6">
                  <c:v>8.4</c:v>
                </c:pt>
                <c:pt idx="7">
                  <c:v>9.3000000000000007</c:v>
                </c:pt>
                <c:pt idx="8">
                  <c:v>10.3</c:v>
                </c:pt>
                <c:pt idx="9">
                  <c:v>10.1</c:v>
                </c:pt>
                <c:pt idx="10">
                  <c:v>9.1999999999999993</c:v>
                </c:pt>
                <c:pt idx="11">
                  <c:v>9.3000000000000007</c:v>
                </c:pt>
                <c:pt idx="12">
                  <c:v>8.6999999999999993</c:v>
                </c:pt>
                <c:pt idx="13">
                  <c:v>10.3</c:v>
                </c:pt>
                <c:pt idx="14">
                  <c:v>10.5</c:v>
                </c:pt>
                <c:pt idx="15">
                  <c:v>10.6</c:v>
                </c:pt>
                <c:pt idx="16">
                  <c:v>10.3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Sheet1!$B$2:$B$18</c:f>
              <c:numCache>
                <c:formatCode>0.0</c:formatCode>
                <c:ptCount val="17"/>
                <c:pt idx="0">
                  <c:v>52.4</c:v>
                </c:pt>
                <c:pt idx="1">
                  <c:v>54</c:v>
                </c:pt>
                <c:pt idx="2">
                  <c:v>55.6</c:v>
                </c:pt>
                <c:pt idx="3">
                  <c:v>58.4</c:v>
                </c:pt>
                <c:pt idx="4">
                  <c:v>53.8</c:v>
                </c:pt>
                <c:pt idx="5">
                  <c:v>51.6</c:v>
                </c:pt>
                <c:pt idx="6">
                  <c:v>51.6</c:v>
                </c:pt>
                <c:pt idx="7">
                  <c:v>48.1</c:v>
                </c:pt>
                <c:pt idx="8">
                  <c:v>48.4</c:v>
                </c:pt>
                <c:pt idx="9">
                  <c:v>48</c:v>
                </c:pt>
                <c:pt idx="10">
                  <c:v>48.3</c:v>
                </c:pt>
                <c:pt idx="11">
                  <c:v>49.7</c:v>
                </c:pt>
                <c:pt idx="12">
                  <c:v>49.8</c:v>
                </c:pt>
                <c:pt idx="13">
                  <c:v>48.2</c:v>
                </c:pt>
                <c:pt idx="14">
                  <c:v>48.2</c:v>
                </c:pt>
                <c:pt idx="15">
                  <c:v>49</c:v>
                </c:pt>
                <c:pt idx="16">
                  <c:v>49.4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Sheet1!$C$2:$C$18</c:f>
              <c:numCache>
                <c:formatCode>0.0</c:formatCode>
                <c:ptCount val="17"/>
                <c:pt idx="0">
                  <c:v>33</c:v>
                </c:pt>
                <c:pt idx="1">
                  <c:v>33.1</c:v>
                </c:pt>
                <c:pt idx="2">
                  <c:v>32.299999999999997</c:v>
                </c:pt>
                <c:pt idx="3">
                  <c:v>31.6</c:v>
                </c:pt>
                <c:pt idx="4">
                  <c:v>33.700000000000003</c:v>
                </c:pt>
                <c:pt idx="5">
                  <c:v>36.9</c:v>
                </c:pt>
                <c:pt idx="6">
                  <c:v>35.1</c:v>
                </c:pt>
                <c:pt idx="7">
                  <c:v>37.799999999999997</c:v>
                </c:pt>
                <c:pt idx="8">
                  <c:v>37.200000000000003</c:v>
                </c:pt>
                <c:pt idx="9">
                  <c:v>37.4</c:v>
                </c:pt>
                <c:pt idx="10">
                  <c:v>37.4</c:v>
                </c:pt>
                <c:pt idx="11">
                  <c:v>36.6</c:v>
                </c:pt>
                <c:pt idx="12">
                  <c:v>37.1</c:v>
                </c:pt>
                <c:pt idx="13">
                  <c:v>35.700000000000003</c:v>
                </c:pt>
                <c:pt idx="14">
                  <c:v>35.4</c:v>
                </c:pt>
                <c:pt idx="15">
                  <c:v>34.9</c:v>
                </c:pt>
                <c:pt idx="16">
                  <c:v>35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Sheet1!$D$2:$D$18</c:f>
              <c:numCache>
                <c:formatCode>0.0</c:formatCode>
                <c:ptCount val="17"/>
                <c:pt idx="0">
                  <c:v>3.9</c:v>
                </c:pt>
                <c:pt idx="1">
                  <c:v>2.9</c:v>
                </c:pt>
                <c:pt idx="2">
                  <c:v>2.9</c:v>
                </c:pt>
                <c:pt idx="3">
                  <c:v>2.7</c:v>
                </c:pt>
                <c:pt idx="4">
                  <c:v>4.0999999999999996</c:v>
                </c:pt>
                <c:pt idx="5">
                  <c:v>3.8</c:v>
                </c:pt>
                <c:pt idx="6">
                  <c:v>4.4000000000000004</c:v>
                </c:pt>
                <c:pt idx="7">
                  <c:v>4.0999999999999996</c:v>
                </c:pt>
                <c:pt idx="8">
                  <c:v>2.6</c:v>
                </c:pt>
                <c:pt idx="9">
                  <c:v>2.2999999999999998</c:v>
                </c:pt>
                <c:pt idx="10">
                  <c:v>2.5</c:v>
                </c:pt>
                <c:pt idx="11">
                  <c:v>2.2999999999999998</c:v>
                </c:pt>
                <c:pt idx="12">
                  <c:v>2.5</c:v>
                </c:pt>
                <c:pt idx="13">
                  <c:v>3.5</c:v>
                </c:pt>
                <c:pt idx="14">
                  <c:v>4</c:v>
                </c:pt>
                <c:pt idx="15">
                  <c:v>4.0999999999999996</c:v>
                </c:pt>
                <c:pt idx="16">
                  <c:v>3.8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Sheet1!$E$2:$E$18</c:f>
              <c:numCache>
                <c:formatCode>0.0</c:formatCode>
                <c:ptCount val="17"/>
                <c:pt idx="0">
                  <c:v>2.2000000000000002</c:v>
                </c:pt>
                <c:pt idx="1">
                  <c:v>1.4</c:v>
                </c:pt>
                <c:pt idx="2">
                  <c:v>0.9</c:v>
                </c:pt>
                <c:pt idx="3">
                  <c:v>0.7</c:v>
                </c:pt>
                <c:pt idx="4">
                  <c:v>2.2000000000000002</c:v>
                </c:pt>
                <c:pt idx="5">
                  <c:v>1.4</c:v>
                </c:pt>
                <c:pt idx="6">
                  <c:v>1.6</c:v>
                </c:pt>
                <c:pt idx="7">
                  <c:v>1.8</c:v>
                </c:pt>
                <c:pt idx="8">
                  <c:v>2.6</c:v>
                </c:pt>
                <c:pt idx="9">
                  <c:v>2.9</c:v>
                </c:pt>
                <c:pt idx="10">
                  <c:v>2.6</c:v>
                </c:pt>
                <c:pt idx="11">
                  <c:v>2.2999999999999998</c:v>
                </c:pt>
                <c:pt idx="12">
                  <c:v>2.5</c:v>
                </c:pt>
                <c:pt idx="13">
                  <c:v>3.3</c:v>
                </c:pt>
                <c:pt idx="14">
                  <c:v>3.4</c:v>
                </c:pt>
                <c:pt idx="15">
                  <c:v>3.7</c:v>
                </c:pt>
                <c:pt idx="16">
                  <c:v>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Sheet1!$F$2:$F$18</c:f>
              <c:numCache>
                <c:formatCode>0.0</c:formatCode>
                <c:ptCount val="17"/>
                <c:pt idx="0">
                  <c:v>1.5</c:v>
                </c:pt>
                <c:pt idx="1">
                  <c:v>0.9</c:v>
                </c:pt>
                <c:pt idx="2">
                  <c:v>0.6</c:v>
                </c:pt>
                <c:pt idx="3">
                  <c:v>0.5</c:v>
                </c:pt>
                <c:pt idx="4">
                  <c:v>0.4</c:v>
                </c:pt>
                <c:pt idx="5">
                  <c:v>0.6</c:v>
                </c:pt>
                <c:pt idx="6">
                  <c:v>0.8</c:v>
                </c:pt>
                <c:pt idx="7">
                  <c:v>0.6</c:v>
                </c:pt>
                <c:pt idx="8">
                  <c:v>0.6</c:v>
                </c:pt>
                <c:pt idx="9">
                  <c:v>0.7</c:v>
                </c:pt>
                <c:pt idx="10">
                  <c:v>0.9</c:v>
                </c:pt>
                <c:pt idx="11">
                  <c:v>0.7</c:v>
                </c:pt>
                <c:pt idx="12">
                  <c:v>0.7</c:v>
                </c:pt>
                <c:pt idx="13">
                  <c:v>0.7</c:v>
                </c:pt>
                <c:pt idx="14">
                  <c:v>0.6</c:v>
                </c:pt>
                <c:pt idx="15">
                  <c:v>0.6</c:v>
                </c:pt>
                <c:pt idx="16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Sheet1!$G$2:$G$18</c:f>
              <c:numCache>
                <c:formatCode>0.0</c:formatCode>
                <c:ptCount val="17"/>
                <c:pt idx="0">
                  <c:v>7.1</c:v>
                </c:pt>
                <c:pt idx="1">
                  <c:v>7.7</c:v>
                </c:pt>
                <c:pt idx="2">
                  <c:v>7.7</c:v>
                </c:pt>
                <c:pt idx="3">
                  <c:v>6.2</c:v>
                </c:pt>
                <c:pt idx="4">
                  <c:v>5.8</c:v>
                </c:pt>
                <c:pt idx="5">
                  <c:v>5.7</c:v>
                </c:pt>
                <c:pt idx="6">
                  <c:v>6.5</c:v>
                </c:pt>
                <c:pt idx="7">
                  <c:v>7.6</c:v>
                </c:pt>
                <c:pt idx="8">
                  <c:v>8.6</c:v>
                </c:pt>
                <c:pt idx="9">
                  <c:v>8.6999999999999993</c:v>
                </c:pt>
                <c:pt idx="10">
                  <c:v>8.3000000000000007</c:v>
                </c:pt>
                <c:pt idx="11">
                  <c:v>8.4</c:v>
                </c:pt>
                <c:pt idx="12">
                  <c:v>7.4</c:v>
                </c:pt>
                <c:pt idx="13">
                  <c:v>8.6</c:v>
                </c:pt>
                <c:pt idx="14">
                  <c:v>8.3000000000000007</c:v>
                </c:pt>
                <c:pt idx="15">
                  <c:v>7.7</c:v>
                </c:pt>
                <c:pt idx="16">
                  <c:v>7.7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Sheet1!$B$2:$B$18</c:f>
              <c:numCache>
                <c:formatCode>0.0</c:formatCode>
                <c:ptCount val="17"/>
                <c:pt idx="0">
                  <c:v>46.6</c:v>
                </c:pt>
                <c:pt idx="1">
                  <c:v>50.7</c:v>
                </c:pt>
                <c:pt idx="2">
                  <c:v>55.9</c:v>
                </c:pt>
                <c:pt idx="3">
                  <c:v>51.8</c:v>
                </c:pt>
                <c:pt idx="4">
                  <c:v>48</c:v>
                </c:pt>
                <c:pt idx="5">
                  <c:v>50.5</c:v>
                </c:pt>
                <c:pt idx="6">
                  <c:v>48.3</c:v>
                </c:pt>
                <c:pt idx="7">
                  <c:v>41.4</c:v>
                </c:pt>
                <c:pt idx="8">
                  <c:v>42.6</c:v>
                </c:pt>
                <c:pt idx="9">
                  <c:v>48.9</c:v>
                </c:pt>
                <c:pt idx="10">
                  <c:v>47.2</c:v>
                </c:pt>
                <c:pt idx="11">
                  <c:v>47</c:v>
                </c:pt>
                <c:pt idx="12">
                  <c:v>45.7</c:v>
                </c:pt>
                <c:pt idx="13">
                  <c:v>42.1</c:v>
                </c:pt>
                <c:pt idx="14">
                  <c:v>42.7</c:v>
                </c:pt>
                <c:pt idx="15">
                  <c:v>48</c:v>
                </c:pt>
                <c:pt idx="16">
                  <c:v>44.3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Sheet1!$C$2:$C$18</c:f>
              <c:numCache>
                <c:formatCode>0.0</c:formatCode>
                <c:ptCount val="17"/>
                <c:pt idx="0">
                  <c:v>35.200000000000003</c:v>
                </c:pt>
                <c:pt idx="1">
                  <c:v>31.4</c:v>
                </c:pt>
                <c:pt idx="2">
                  <c:v>26.8</c:v>
                </c:pt>
                <c:pt idx="3">
                  <c:v>30.3</c:v>
                </c:pt>
                <c:pt idx="4">
                  <c:v>30.2</c:v>
                </c:pt>
                <c:pt idx="5">
                  <c:v>33.700000000000003</c:v>
                </c:pt>
                <c:pt idx="6">
                  <c:v>36.1</c:v>
                </c:pt>
                <c:pt idx="7">
                  <c:v>40.5</c:v>
                </c:pt>
                <c:pt idx="8">
                  <c:v>44</c:v>
                </c:pt>
                <c:pt idx="9">
                  <c:v>40.5</c:v>
                </c:pt>
                <c:pt idx="10">
                  <c:v>41.2</c:v>
                </c:pt>
                <c:pt idx="11">
                  <c:v>41.6</c:v>
                </c:pt>
                <c:pt idx="12">
                  <c:v>40.799999999999997</c:v>
                </c:pt>
                <c:pt idx="13">
                  <c:v>42.5</c:v>
                </c:pt>
                <c:pt idx="14">
                  <c:v>41.7</c:v>
                </c:pt>
                <c:pt idx="15">
                  <c:v>38</c:v>
                </c:pt>
                <c:pt idx="16">
                  <c:v>41.2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Sheet1!$D$2:$D$18</c:f>
              <c:numCache>
                <c:formatCode>0.0</c:formatCode>
                <c:ptCount val="17"/>
                <c:pt idx="0">
                  <c:v>9.1</c:v>
                </c:pt>
                <c:pt idx="1">
                  <c:v>8.6</c:v>
                </c:pt>
                <c:pt idx="2">
                  <c:v>8.6</c:v>
                </c:pt>
                <c:pt idx="3">
                  <c:v>8.6999999999999993</c:v>
                </c:pt>
                <c:pt idx="4">
                  <c:v>12</c:v>
                </c:pt>
                <c:pt idx="5">
                  <c:v>10.5</c:v>
                </c:pt>
                <c:pt idx="6">
                  <c:v>10.5</c:v>
                </c:pt>
                <c:pt idx="7">
                  <c:v>11.5</c:v>
                </c:pt>
                <c:pt idx="8">
                  <c:v>6.7</c:v>
                </c:pt>
                <c:pt idx="9">
                  <c:v>4.7</c:v>
                </c:pt>
                <c:pt idx="10">
                  <c:v>5.9</c:v>
                </c:pt>
                <c:pt idx="11">
                  <c:v>5</c:v>
                </c:pt>
                <c:pt idx="12">
                  <c:v>6.2</c:v>
                </c:pt>
                <c:pt idx="13">
                  <c:v>6.6</c:v>
                </c:pt>
                <c:pt idx="14">
                  <c:v>7.3</c:v>
                </c:pt>
                <c:pt idx="15">
                  <c:v>6.5</c:v>
                </c:pt>
                <c:pt idx="16">
                  <c:v>6.9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3.3637979238568582E-3"/>
                  <c:y val="-2.2415969348368214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B703-48CD-9964-F454FD79910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Sheet1!$E$2:$E$18</c:f>
              <c:numCache>
                <c:formatCode>0.0</c:formatCode>
                <c:ptCount val="17"/>
                <c:pt idx="0">
                  <c:v>2</c:v>
                </c:pt>
                <c:pt idx="1">
                  <c:v>1.9</c:v>
                </c:pt>
                <c:pt idx="2">
                  <c:v>2.5</c:v>
                </c:pt>
                <c:pt idx="3">
                  <c:v>2.6</c:v>
                </c:pt>
                <c:pt idx="4">
                  <c:v>3.4</c:v>
                </c:pt>
                <c:pt idx="5">
                  <c:v>2</c:v>
                </c:pt>
                <c:pt idx="6">
                  <c:v>1.8</c:v>
                </c:pt>
                <c:pt idx="7">
                  <c:v>1.9</c:v>
                </c:pt>
                <c:pt idx="8">
                  <c:v>1.9</c:v>
                </c:pt>
                <c:pt idx="9">
                  <c:v>1.3</c:v>
                </c:pt>
                <c:pt idx="10">
                  <c:v>1.4</c:v>
                </c:pt>
                <c:pt idx="11">
                  <c:v>1.4</c:v>
                </c:pt>
                <c:pt idx="12">
                  <c:v>2</c:v>
                </c:pt>
                <c:pt idx="13">
                  <c:v>2.4</c:v>
                </c:pt>
                <c:pt idx="14">
                  <c:v>2.4</c:v>
                </c:pt>
                <c:pt idx="15">
                  <c:v>3.1</c:v>
                </c:pt>
                <c:pt idx="16">
                  <c:v>2.8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6637144999025735E-3"/>
                  <c:y val="5.3167325724111925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B703-48CD-9964-F454FD79910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Sheet1!$F$2:$F$18</c:f>
              <c:numCache>
                <c:formatCode>0.0</c:formatCode>
                <c:ptCount val="17"/>
                <c:pt idx="0">
                  <c:v>1</c:v>
                </c:pt>
                <c:pt idx="1">
                  <c:v>1.4</c:v>
                </c:pt>
                <c:pt idx="2">
                  <c:v>0.9</c:v>
                </c:pt>
                <c:pt idx="3">
                  <c:v>1.8</c:v>
                </c:pt>
                <c:pt idx="4">
                  <c:v>0.7</c:v>
                </c:pt>
                <c:pt idx="5">
                  <c:v>0.3</c:v>
                </c:pt>
                <c:pt idx="6">
                  <c:v>0.2</c:v>
                </c:pt>
                <c:pt idx="7">
                  <c:v>1.3</c:v>
                </c:pt>
                <c:pt idx="8">
                  <c:v>1.2</c:v>
                </c:pt>
                <c:pt idx="9">
                  <c:v>1.2</c:v>
                </c:pt>
                <c:pt idx="10">
                  <c:v>1.1000000000000001</c:v>
                </c:pt>
                <c:pt idx="11">
                  <c:v>0.9</c:v>
                </c:pt>
                <c:pt idx="12">
                  <c:v>1</c:v>
                </c:pt>
                <c:pt idx="13">
                  <c:v>1</c:v>
                </c:pt>
                <c:pt idx="14">
                  <c:v>1</c:v>
                </c:pt>
                <c:pt idx="15">
                  <c:v>0.1</c:v>
                </c:pt>
                <c:pt idx="16">
                  <c:v>0.2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5.1878151408517544E-2"/>
                  <c:y val="-2.5505225281595201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B703-48CD-9964-F454FD79910B}"/>
                </c:ext>
              </c:extLst>
            </c:dLbl>
            <c:dLbl>
              <c:idx val="1"/>
              <c:layout>
                <c:manualLayout>
                  <c:x val="8.670211220905907E-3"/>
                  <c:y val="-3.3911213787233177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B703-48CD-9964-F454FD79910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Sheet1!$G$2:$G$18</c:f>
              <c:numCache>
                <c:formatCode>0.0</c:formatCode>
                <c:ptCount val="17"/>
                <c:pt idx="0">
                  <c:v>6.1</c:v>
                </c:pt>
                <c:pt idx="1">
                  <c:v>6.1</c:v>
                </c:pt>
                <c:pt idx="2">
                  <c:v>5.3</c:v>
                </c:pt>
                <c:pt idx="3">
                  <c:v>4.8</c:v>
                </c:pt>
                <c:pt idx="4">
                  <c:v>5.9</c:v>
                </c:pt>
                <c:pt idx="5">
                  <c:v>3</c:v>
                </c:pt>
                <c:pt idx="6">
                  <c:v>3.1</c:v>
                </c:pt>
                <c:pt idx="7">
                  <c:v>3.4</c:v>
                </c:pt>
                <c:pt idx="8">
                  <c:v>3.5</c:v>
                </c:pt>
                <c:pt idx="9">
                  <c:v>3.4</c:v>
                </c:pt>
                <c:pt idx="10">
                  <c:v>3.3</c:v>
                </c:pt>
                <c:pt idx="11">
                  <c:v>4</c:v>
                </c:pt>
                <c:pt idx="12">
                  <c:v>4.2</c:v>
                </c:pt>
                <c:pt idx="13">
                  <c:v>5.5</c:v>
                </c:pt>
                <c:pt idx="14">
                  <c:v>5</c:v>
                </c:pt>
                <c:pt idx="15">
                  <c:v>4.3</c:v>
                </c:pt>
                <c:pt idx="16">
                  <c:v>4.7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Sheet1!$B$2:$B$18</c:f>
              <c:numCache>
                <c:formatCode>0.0</c:formatCode>
                <c:ptCount val="17"/>
                <c:pt idx="0">
                  <c:v>49.9</c:v>
                </c:pt>
                <c:pt idx="1">
                  <c:v>50.3</c:v>
                </c:pt>
                <c:pt idx="2">
                  <c:v>49.3</c:v>
                </c:pt>
                <c:pt idx="3">
                  <c:v>48.1</c:v>
                </c:pt>
                <c:pt idx="4">
                  <c:v>47.6</c:v>
                </c:pt>
                <c:pt idx="5">
                  <c:v>45.9</c:v>
                </c:pt>
                <c:pt idx="6">
                  <c:v>46</c:v>
                </c:pt>
                <c:pt idx="7">
                  <c:v>44.9</c:v>
                </c:pt>
                <c:pt idx="8">
                  <c:v>43.9</c:v>
                </c:pt>
                <c:pt idx="9">
                  <c:v>42.4</c:v>
                </c:pt>
                <c:pt idx="10">
                  <c:v>43</c:v>
                </c:pt>
                <c:pt idx="11">
                  <c:v>44</c:v>
                </c:pt>
                <c:pt idx="12">
                  <c:v>44.8</c:v>
                </c:pt>
                <c:pt idx="13">
                  <c:v>44</c:v>
                </c:pt>
                <c:pt idx="14">
                  <c:v>44.1</c:v>
                </c:pt>
                <c:pt idx="15">
                  <c:v>44.2</c:v>
                </c:pt>
                <c:pt idx="16">
                  <c:v>45.8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Sheet1!$C$2:$C$18</c:f>
              <c:numCache>
                <c:formatCode>0.0</c:formatCode>
                <c:ptCount val="17"/>
                <c:pt idx="0">
                  <c:v>36.5</c:v>
                </c:pt>
                <c:pt idx="1">
                  <c:v>37.4</c:v>
                </c:pt>
                <c:pt idx="2">
                  <c:v>38.1</c:v>
                </c:pt>
                <c:pt idx="3">
                  <c:v>40.1</c:v>
                </c:pt>
                <c:pt idx="4">
                  <c:v>39.299999999999997</c:v>
                </c:pt>
                <c:pt idx="5">
                  <c:v>40.200000000000003</c:v>
                </c:pt>
                <c:pt idx="6">
                  <c:v>40</c:v>
                </c:pt>
                <c:pt idx="7">
                  <c:v>43.3</c:v>
                </c:pt>
                <c:pt idx="8">
                  <c:v>43.2</c:v>
                </c:pt>
                <c:pt idx="9">
                  <c:v>44.6</c:v>
                </c:pt>
                <c:pt idx="10">
                  <c:v>43.2</c:v>
                </c:pt>
                <c:pt idx="11">
                  <c:v>43.1</c:v>
                </c:pt>
                <c:pt idx="12">
                  <c:v>42.4</c:v>
                </c:pt>
                <c:pt idx="13">
                  <c:v>42.7</c:v>
                </c:pt>
                <c:pt idx="14">
                  <c:v>42.5</c:v>
                </c:pt>
                <c:pt idx="15">
                  <c:v>42.1</c:v>
                </c:pt>
                <c:pt idx="16">
                  <c:v>41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Sheet1!$D$2:$D$18</c:f>
              <c:numCache>
                <c:formatCode>0.0</c:formatCode>
                <c:ptCount val="17"/>
                <c:pt idx="0">
                  <c:v>4.3</c:v>
                </c:pt>
                <c:pt idx="1">
                  <c:v>3.7</c:v>
                </c:pt>
                <c:pt idx="2">
                  <c:v>3.5</c:v>
                </c:pt>
                <c:pt idx="3">
                  <c:v>3.1</c:v>
                </c:pt>
                <c:pt idx="4">
                  <c:v>3.7</c:v>
                </c:pt>
                <c:pt idx="5">
                  <c:v>4</c:v>
                </c:pt>
                <c:pt idx="6">
                  <c:v>4.5</c:v>
                </c:pt>
                <c:pt idx="7">
                  <c:v>4.2</c:v>
                </c:pt>
                <c:pt idx="8">
                  <c:v>4.7</c:v>
                </c:pt>
                <c:pt idx="9">
                  <c:v>4.5999999999999996</c:v>
                </c:pt>
                <c:pt idx="10">
                  <c:v>5.3</c:v>
                </c:pt>
                <c:pt idx="11">
                  <c:v>5</c:v>
                </c:pt>
                <c:pt idx="12">
                  <c:v>5.3</c:v>
                </c:pt>
                <c:pt idx="13">
                  <c:v>5.7</c:v>
                </c:pt>
                <c:pt idx="14">
                  <c:v>5.8</c:v>
                </c:pt>
                <c:pt idx="15">
                  <c:v>6</c:v>
                </c:pt>
                <c:pt idx="16">
                  <c:v>5.8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Sheet1!$E$2:$E$18</c:f>
              <c:numCache>
                <c:formatCode>0.0</c:formatCode>
                <c:ptCount val="17"/>
                <c:pt idx="0">
                  <c:v>3.2</c:v>
                </c:pt>
                <c:pt idx="1">
                  <c:v>2.4</c:v>
                </c:pt>
                <c:pt idx="2">
                  <c:v>2.2999999999999998</c:v>
                </c:pt>
                <c:pt idx="3">
                  <c:v>2.4</c:v>
                </c:pt>
                <c:pt idx="4">
                  <c:v>3</c:v>
                </c:pt>
                <c:pt idx="5">
                  <c:v>2.9</c:v>
                </c:pt>
                <c:pt idx="6">
                  <c:v>3.1</c:v>
                </c:pt>
                <c:pt idx="7">
                  <c:v>2.8</c:v>
                </c:pt>
                <c:pt idx="8">
                  <c:v>3.4</c:v>
                </c:pt>
                <c:pt idx="9">
                  <c:v>3.7</c:v>
                </c:pt>
                <c:pt idx="10">
                  <c:v>3.6</c:v>
                </c:pt>
                <c:pt idx="11">
                  <c:v>3.4</c:v>
                </c:pt>
                <c:pt idx="12">
                  <c:v>3.4</c:v>
                </c:pt>
                <c:pt idx="13">
                  <c:v>3.6</c:v>
                </c:pt>
                <c:pt idx="14">
                  <c:v>3.7</c:v>
                </c:pt>
                <c:pt idx="15">
                  <c:v>4.0999999999999996</c:v>
                </c:pt>
                <c:pt idx="16">
                  <c:v>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Sheet1!$F$2:$F$18</c:f>
              <c:numCache>
                <c:formatCode>0.0</c:formatCode>
                <c:ptCount val="17"/>
                <c:pt idx="0">
                  <c:v>1.8</c:v>
                </c:pt>
                <c:pt idx="1">
                  <c:v>1.7</c:v>
                </c:pt>
                <c:pt idx="2">
                  <c:v>1.6</c:v>
                </c:pt>
                <c:pt idx="3">
                  <c:v>0.8</c:v>
                </c:pt>
                <c:pt idx="4">
                  <c:v>1.5</c:v>
                </c:pt>
                <c:pt idx="5">
                  <c:v>1.9</c:v>
                </c:pt>
                <c:pt idx="6">
                  <c:v>1.8</c:v>
                </c:pt>
                <c:pt idx="7">
                  <c:v>1.1000000000000001</c:v>
                </c:pt>
                <c:pt idx="8">
                  <c:v>1.1000000000000001</c:v>
                </c:pt>
                <c:pt idx="9">
                  <c:v>1.1000000000000001</c:v>
                </c:pt>
                <c:pt idx="10">
                  <c:v>1</c:v>
                </c:pt>
                <c:pt idx="11">
                  <c:v>0.8</c:v>
                </c:pt>
                <c:pt idx="12">
                  <c:v>1</c:v>
                </c:pt>
                <c:pt idx="13">
                  <c:v>0.8</c:v>
                </c:pt>
                <c:pt idx="14">
                  <c:v>0.7</c:v>
                </c:pt>
                <c:pt idx="15">
                  <c:v>0.7</c:v>
                </c:pt>
                <c:pt idx="16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Sheet1!$G$2:$G$18</c:f>
              <c:numCache>
                <c:formatCode>0.0</c:formatCode>
                <c:ptCount val="17"/>
                <c:pt idx="0">
                  <c:v>4.3</c:v>
                </c:pt>
                <c:pt idx="1">
                  <c:v>4.5</c:v>
                </c:pt>
                <c:pt idx="2">
                  <c:v>5.3</c:v>
                </c:pt>
                <c:pt idx="3">
                  <c:v>5.5</c:v>
                </c:pt>
                <c:pt idx="4">
                  <c:v>5</c:v>
                </c:pt>
                <c:pt idx="5">
                  <c:v>5</c:v>
                </c:pt>
                <c:pt idx="6">
                  <c:v>4.5999999999999996</c:v>
                </c:pt>
                <c:pt idx="7">
                  <c:v>3.6</c:v>
                </c:pt>
                <c:pt idx="8">
                  <c:v>3.7</c:v>
                </c:pt>
                <c:pt idx="9">
                  <c:v>3.7</c:v>
                </c:pt>
                <c:pt idx="10">
                  <c:v>3.9</c:v>
                </c:pt>
                <c:pt idx="11">
                  <c:v>3.8</c:v>
                </c:pt>
                <c:pt idx="12">
                  <c:v>3.1</c:v>
                </c:pt>
                <c:pt idx="13">
                  <c:v>3.3</c:v>
                </c:pt>
                <c:pt idx="14">
                  <c:v>3.2</c:v>
                </c:pt>
                <c:pt idx="15">
                  <c:v>3</c:v>
                </c:pt>
                <c:pt idx="16">
                  <c:v>2.9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Sheet1!$B$2:$B$18</c:f>
              <c:numCache>
                <c:formatCode>0.0</c:formatCode>
                <c:ptCount val="17"/>
                <c:pt idx="0">
                  <c:v>37.299999999999997</c:v>
                </c:pt>
                <c:pt idx="1">
                  <c:v>37.299999999999997</c:v>
                </c:pt>
                <c:pt idx="2">
                  <c:v>38.799999999999997</c:v>
                </c:pt>
                <c:pt idx="3">
                  <c:v>38.799999999999997</c:v>
                </c:pt>
                <c:pt idx="4">
                  <c:v>37.299999999999997</c:v>
                </c:pt>
                <c:pt idx="5">
                  <c:v>36.799999999999997</c:v>
                </c:pt>
                <c:pt idx="6">
                  <c:v>37.9</c:v>
                </c:pt>
                <c:pt idx="7">
                  <c:v>36.700000000000003</c:v>
                </c:pt>
                <c:pt idx="8">
                  <c:v>36</c:v>
                </c:pt>
                <c:pt idx="9">
                  <c:v>36.299999999999997</c:v>
                </c:pt>
                <c:pt idx="10">
                  <c:v>37</c:v>
                </c:pt>
                <c:pt idx="11">
                  <c:v>37.1</c:v>
                </c:pt>
                <c:pt idx="12">
                  <c:v>37.700000000000003</c:v>
                </c:pt>
                <c:pt idx="13">
                  <c:v>36.799999999999997</c:v>
                </c:pt>
                <c:pt idx="14">
                  <c:v>36.9</c:v>
                </c:pt>
                <c:pt idx="15">
                  <c:v>37.1</c:v>
                </c:pt>
                <c:pt idx="16">
                  <c:v>37.700000000000003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Sheet1!$C$2:$C$18</c:f>
              <c:numCache>
                <c:formatCode>0.0</c:formatCode>
                <c:ptCount val="17"/>
                <c:pt idx="0">
                  <c:v>47</c:v>
                </c:pt>
                <c:pt idx="1">
                  <c:v>47.7</c:v>
                </c:pt>
                <c:pt idx="2">
                  <c:v>46.8</c:v>
                </c:pt>
                <c:pt idx="3">
                  <c:v>47.6</c:v>
                </c:pt>
                <c:pt idx="4">
                  <c:v>48</c:v>
                </c:pt>
                <c:pt idx="5">
                  <c:v>49.1</c:v>
                </c:pt>
                <c:pt idx="6">
                  <c:v>48.3</c:v>
                </c:pt>
                <c:pt idx="7">
                  <c:v>49</c:v>
                </c:pt>
                <c:pt idx="8">
                  <c:v>49.3</c:v>
                </c:pt>
                <c:pt idx="9">
                  <c:v>49.5</c:v>
                </c:pt>
                <c:pt idx="10">
                  <c:v>48.9</c:v>
                </c:pt>
                <c:pt idx="11">
                  <c:v>49.1</c:v>
                </c:pt>
                <c:pt idx="12">
                  <c:v>49.3</c:v>
                </c:pt>
                <c:pt idx="13">
                  <c:v>48.1</c:v>
                </c:pt>
                <c:pt idx="14">
                  <c:v>47.8</c:v>
                </c:pt>
                <c:pt idx="15">
                  <c:v>47.5</c:v>
                </c:pt>
                <c:pt idx="16">
                  <c:v>47.2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Sheet1!$D$2:$D$18</c:f>
              <c:numCache>
                <c:formatCode>0.0</c:formatCode>
                <c:ptCount val="17"/>
                <c:pt idx="0">
                  <c:v>4.5999999999999996</c:v>
                </c:pt>
                <c:pt idx="1">
                  <c:v>3.5</c:v>
                </c:pt>
                <c:pt idx="2">
                  <c:v>3</c:v>
                </c:pt>
                <c:pt idx="3">
                  <c:v>3.5</c:v>
                </c:pt>
                <c:pt idx="4">
                  <c:v>4.4000000000000004</c:v>
                </c:pt>
                <c:pt idx="5">
                  <c:v>4.5999999999999996</c:v>
                </c:pt>
                <c:pt idx="6">
                  <c:v>4.5999999999999996</c:v>
                </c:pt>
                <c:pt idx="7">
                  <c:v>4.5999999999999996</c:v>
                </c:pt>
                <c:pt idx="8">
                  <c:v>4.2</c:v>
                </c:pt>
                <c:pt idx="9">
                  <c:v>4.0999999999999996</c:v>
                </c:pt>
                <c:pt idx="10">
                  <c:v>4.4000000000000004</c:v>
                </c:pt>
                <c:pt idx="11">
                  <c:v>3.9</c:v>
                </c:pt>
                <c:pt idx="12">
                  <c:v>4</c:v>
                </c:pt>
                <c:pt idx="13">
                  <c:v>4.4000000000000004</c:v>
                </c:pt>
                <c:pt idx="14">
                  <c:v>4.7</c:v>
                </c:pt>
                <c:pt idx="15">
                  <c:v>4.8</c:v>
                </c:pt>
                <c:pt idx="16">
                  <c:v>4.7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Sheet1!$E$2:$E$18</c:f>
              <c:numCache>
                <c:formatCode>0.0</c:formatCode>
                <c:ptCount val="17"/>
                <c:pt idx="0">
                  <c:v>1.6</c:v>
                </c:pt>
                <c:pt idx="1">
                  <c:v>1.3</c:v>
                </c:pt>
                <c:pt idx="2">
                  <c:v>1.4</c:v>
                </c:pt>
                <c:pt idx="3">
                  <c:v>1.2</c:v>
                </c:pt>
                <c:pt idx="4">
                  <c:v>1.5</c:v>
                </c:pt>
                <c:pt idx="5">
                  <c:v>1.4</c:v>
                </c:pt>
                <c:pt idx="6">
                  <c:v>1.4</c:v>
                </c:pt>
                <c:pt idx="7">
                  <c:v>1.5</c:v>
                </c:pt>
                <c:pt idx="8">
                  <c:v>1.5</c:v>
                </c:pt>
                <c:pt idx="9">
                  <c:v>1.3</c:v>
                </c:pt>
                <c:pt idx="10">
                  <c:v>1.3</c:v>
                </c:pt>
                <c:pt idx="11">
                  <c:v>1.3</c:v>
                </c:pt>
                <c:pt idx="12">
                  <c:v>1.3</c:v>
                </c:pt>
                <c:pt idx="13">
                  <c:v>1.6</c:v>
                </c:pt>
                <c:pt idx="14">
                  <c:v>1.6</c:v>
                </c:pt>
                <c:pt idx="15">
                  <c:v>1.7</c:v>
                </c:pt>
                <c:pt idx="16">
                  <c:v>1.7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Sheet1!$F$2:$F$18</c:f>
              <c:numCache>
                <c:formatCode>0.0</c:formatCode>
                <c:ptCount val="17"/>
                <c:pt idx="0">
                  <c:v>1.4</c:v>
                </c:pt>
                <c:pt idx="1">
                  <c:v>1.4</c:v>
                </c:pt>
                <c:pt idx="2">
                  <c:v>1.2</c:v>
                </c:pt>
                <c:pt idx="3">
                  <c:v>0.8</c:v>
                </c:pt>
                <c:pt idx="4">
                  <c:v>1</c:v>
                </c:pt>
                <c:pt idx="5">
                  <c:v>1.2</c:v>
                </c:pt>
                <c:pt idx="6">
                  <c:v>1.1000000000000001</c:v>
                </c:pt>
                <c:pt idx="7">
                  <c:v>1</c:v>
                </c:pt>
                <c:pt idx="8">
                  <c:v>0.9</c:v>
                </c:pt>
                <c:pt idx="9">
                  <c:v>0.9</c:v>
                </c:pt>
                <c:pt idx="10">
                  <c:v>1</c:v>
                </c:pt>
                <c:pt idx="11">
                  <c:v>0.9</c:v>
                </c:pt>
                <c:pt idx="12">
                  <c:v>0.9</c:v>
                </c:pt>
                <c:pt idx="13">
                  <c:v>0.9</c:v>
                </c:pt>
                <c:pt idx="14">
                  <c:v>0.9</c:v>
                </c:pt>
                <c:pt idx="15">
                  <c:v>0.8</c:v>
                </c:pt>
                <c:pt idx="16">
                  <c:v>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Sheet1!$G$2:$G$18</c:f>
              <c:numCache>
                <c:formatCode>0.0</c:formatCode>
                <c:ptCount val="17"/>
                <c:pt idx="0">
                  <c:v>8.1</c:v>
                </c:pt>
                <c:pt idx="1">
                  <c:v>8.9</c:v>
                </c:pt>
                <c:pt idx="2">
                  <c:v>8.9</c:v>
                </c:pt>
                <c:pt idx="3">
                  <c:v>8</c:v>
                </c:pt>
                <c:pt idx="4">
                  <c:v>7.7</c:v>
                </c:pt>
                <c:pt idx="5">
                  <c:v>6.9</c:v>
                </c:pt>
                <c:pt idx="6">
                  <c:v>6.7</c:v>
                </c:pt>
                <c:pt idx="7">
                  <c:v>7.3</c:v>
                </c:pt>
                <c:pt idx="8">
                  <c:v>8.1</c:v>
                </c:pt>
                <c:pt idx="9">
                  <c:v>7.8</c:v>
                </c:pt>
                <c:pt idx="10">
                  <c:v>7.4</c:v>
                </c:pt>
                <c:pt idx="11">
                  <c:v>7.7</c:v>
                </c:pt>
                <c:pt idx="12">
                  <c:v>6.8</c:v>
                </c:pt>
                <c:pt idx="13">
                  <c:v>8.1</c:v>
                </c:pt>
                <c:pt idx="14">
                  <c:v>8.1</c:v>
                </c:pt>
                <c:pt idx="15">
                  <c:v>8.1</c:v>
                </c:pt>
                <c:pt idx="16">
                  <c:v>7.9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0549914133758E-2"/>
          <c:y val="1.5862820235644506E-3"/>
          <c:w val="0.97533214855838302"/>
          <c:h val="0.7131354971857804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Sheet1!$B$2:$B$18</c:f>
              <c:numCache>
                <c:formatCode>0.0</c:formatCode>
                <c:ptCount val="17"/>
                <c:pt idx="0">
                  <c:v>70.8</c:v>
                </c:pt>
                <c:pt idx="1">
                  <c:v>71.7</c:v>
                </c:pt>
                <c:pt idx="2">
                  <c:v>71.5</c:v>
                </c:pt>
                <c:pt idx="3">
                  <c:v>74</c:v>
                </c:pt>
                <c:pt idx="4">
                  <c:v>73.400000000000006</c:v>
                </c:pt>
                <c:pt idx="5">
                  <c:v>73.3</c:v>
                </c:pt>
                <c:pt idx="6">
                  <c:v>69.8</c:v>
                </c:pt>
                <c:pt idx="7">
                  <c:v>66.5</c:v>
                </c:pt>
                <c:pt idx="8">
                  <c:v>65.8</c:v>
                </c:pt>
                <c:pt idx="9">
                  <c:v>65.400000000000006</c:v>
                </c:pt>
                <c:pt idx="10">
                  <c:v>64.3</c:v>
                </c:pt>
                <c:pt idx="11">
                  <c:v>66.400000000000006</c:v>
                </c:pt>
                <c:pt idx="12">
                  <c:v>65.400000000000006</c:v>
                </c:pt>
                <c:pt idx="13">
                  <c:v>63.9</c:v>
                </c:pt>
                <c:pt idx="14">
                  <c:v>64.5</c:v>
                </c:pt>
                <c:pt idx="15">
                  <c:v>65.599999999999994</c:v>
                </c:pt>
                <c:pt idx="16">
                  <c:v>66.3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Sheet1!$C$2:$C$18</c:f>
              <c:numCache>
                <c:formatCode>0.0</c:formatCode>
                <c:ptCount val="17"/>
                <c:pt idx="0">
                  <c:v>6.6</c:v>
                </c:pt>
                <c:pt idx="1">
                  <c:v>5.4</c:v>
                </c:pt>
                <c:pt idx="2">
                  <c:v>6.2</c:v>
                </c:pt>
                <c:pt idx="3">
                  <c:v>6.1</c:v>
                </c:pt>
                <c:pt idx="4">
                  <c:v>5.2</c:v>
                </c:pt>
                <c:pt idx="5">
                  <c:v>7.1</c:v>
                </c:pt>
                <c:pt idx="6">
                  <c:v>8.1</c:v>
                </c:pt>
                <c:pt idx="7">
                  <c:v>10.1</c:v>
                </c:pt>
                <c:pt idx="8">
                  <c:v>8</c:v>
                </c:pt>
                <c:pt idx="9">
                  <c:v>8</c:v>
                </c:pt>
                <c:pt idx="10">
                  <c:v>10.199999999999999</c:v>
                </c:pt>
                <c:pt idx="11">
                  <c:v>8.6</c:v>
                </c:pt>
                <c:pt idx="12">
                  <c:v>8.5</c:v>
                </c:pt>
                <c:pt idx="13">
                  <c:v>8.4</c:v>
                </c:pt>
                <c:pt idx="14">
                  <c:v>8.1999999999999993</c:v>
                </c:pt>
                <c:pt idx="15">
                  <c:v>7.3</c:v>
                </c:pt>
                <c:pt idx="16">
                  <c:v>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Sheet1!$D$2:$D$18</c:f>
              <c:numCache>
                <c:formatCode>0.0</c:formatCode>
                <c:ptCount val="17"/>
                <c:pt idx="0">
                  <c:v>5.9</c:v>
                </c:pt>
                <c:pt idx="1">
                  <c:v>6.7</c:v>
                </c:pt>
                <c:pt idx="2">
                  <c:v>6.8</c:v>
                </c:pt>
                <c:pt idx="3">
                  <c:v>5.0999999999999996</c:v>
                </c:pt>
                <c:pt idx="4">
                  <c:v>6.2</c:v>
                </c:pt>
                <c:pt idx="5">
                  <c:v>5.0999999999999996</c:v>
                </c:pt>
                <c:pt idx="6">
                  <c:v>6.5</c:v>
                </c:pt>
                <c:pt idx="7">
                  <c:v>6.2</c:v>
                </c:pt>
                <c:pt idx="8">
                  <c:v>5.5</c:v>
                </c:pt>
                <c:pt idx="9">
                  <c:v>4.9000000000000004</c:v>
                </c:pt>
                <c:pt idx="10">
                  <c:v>6.2</c:v>
                </c:pt>
                <c:pt idx="11">
                  <c:v>5.8</c:v>
                </c:pt>
                <c:pt idx="12">
                  <c:v>6.6</c:v>
                </c:pt>
                <c:pt idx="13">
                  <c:v>6</c:v>
                </c:pt>
                <c:pt idx="14">
                  <c:v>5.6</c:v>
                </c:pt>
                <c:pt idx="15">
                  <c:v>5.5</c:v>
                </c:pt>
                <c:pt idx="16">
                  <c:v>5.5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Sheet1!$E$2:$E$18</c:f>
              <c:numCache>
                <c:formatCode>0.0</c:formatCode>
                <c:ptCount val="17"/>
                <c:pt idx="0">
                  <c:v>6.7</c:v>
                </c:pt>
                <c:pt idx="1">
                  <c:v>5.2</c:v>
                </c:pt>
                <c:pt idx="2">
                  <c:v>5.5</c:v>
                </c:pt>
                <c:pt idx="3">
                  <c:v>5.7</c:v>
                </c:pt>
                <c:pt idx="4">
                  <c:v>7</c:v>
                </c:pt>
                <c:pt idx="5">
                  <c:v>6</c:v>
                </c:pt>
                <c:pt idx="6">
                  <c:v>6.7</c:v>
                </c:pt>
                <c:pt idx="7">
                  <c:v>6.3</c:v>
                </c:pt>
                <c:pt idx="8">
                  <c:v>7.6</c:v>
                </c:pt>
                <c:pt idx="9">
                  <c:v>8.4</c:v>
                </c:pt>
                <c:pt idx="10">
                  <c:v>8</c:v>
                </c:pt>
                <c:pt idx="11">
                  <c:v>8</c:v>
                </c:pt>
                <c:pt idx="12">
                  <c:v>8.1999999999999993</c:v>
                </c:pt>
                <c:pt idx="13">
                  <c:v>8.6999999999999993</c:v>
                </c:pt>
                <c:pt idx="14">
                  <c:v>8.9</c:v>
                </c:pt>
                <c:pt idx="15">
                  <c:v>9.3000000000000007</c:v>
                </c:pt>
                <c:pt idx="16">
                  <c:v>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Sheet1!$F$2:$F$18</c:f>
              <c:numCache>
                <c:formatCode>0.0</c:formatCode>
                <c:ptCount val="17"/>
                <c:pt idx="0">
                  <c:v>1.9</c:v>
                </c:pt>
                <c:pt idx="1">
                  <c:v>2.6</c:v>
                </c:pt>
                <c:pt idx="2">
                  <c:v>2.2999999999999998</c:v>
                </c:pt>
                <c:pt idx="3">
                  <c:v>1.7</c:v>
                </c:pt>
                <c:pt idx="4">
                  <c:v>2.2000000000000002</c:v>
                </c:pt>
                <c:pt idx="5">
                  <c:v>2</c:v>
                </c:pt>
                <c:pt idx="6">
                  <c:v>1.2</c:v>
                </c:pt>
                <c:pt idx="7">
                  <c:v>1.4</c:v>
                </c:pt>
                <c:pt idx="8">
                  <c:v>1.5</c:v>
                </c:pt>
                <c:pt idx="9">
                  <c:v>1.4</c:v>
                </c:pt>
                <c:pt idx="10">
                  <c:v>1.3</c:v>
                </c:pt>
                <c:pt idx="11">
                  <c:v>1.1000000000000001</c:v>
                </c:pt>
                <c:pt idx="12">
                  <c:v>1.6</c:v>
                </c:pt>
                <c:pt idx="13">
                  <c:v>1.5</c:v>
                </c:pt>
                <c:pt idx="14">
                  <c:v>1.4</c:v>
                </c:pt>
                <c:pt idx="15">
                  <c:v>1.5</c:v>
                </c:pt>
                <c:pt idx="16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Sheet1!$G$2:$G$18</c:f>
              <c:numCache>
                <c:formatCode>0.0</c:formatCode>
                <c:ptCount val="17"/>
                <c:pt idx="0">
                  <c:v>8.1</c:v>
                </c:pt>
                <c:pt idx="1">
                  <c:v>8.5</c:v>
                </c:pt>
                <c:pt idx="2">
                  <c:v>7.6</c:v>
                </c:pt>
                <c:pt idx="3">
                  <c:v>7.5</c:v>
                </c:pt>
                <c:pt idx="4">
                  <c:v>6.1</c:v>
                </c:pt>
                <c:pt idx="5">
                  <c:v>6.5</c:v>
                </c:pt>
                <c:pt idx="6">
                  <c:v>7.6</c:v>
                </c:pt>
                <c:pt idx="7">
                  <c:v>9.6</c:v>
                </c:pt>
                <c:pt idx="8">
                  <c:v>11.5</c:v>
                </c:pt>
                <c:pt idx="9">
                  <c:v>11.8</c:v>
                </c:pt>
                <c:pt idx="10">
                  <c:v>10.1</c:v>
                </c:pt>
                <c:pt idx="11">
                  <c:v>10.199999999999999</c:v>
                </c:pt>
                <c:pt idx="12">
                  <c:v>9.8000000000000007</c:v>
                </c:pt>
                <c:pt idx="13">
                  <c:v>11.5</c:v>
                </c:pt>
                <c:pt idx="14">
                  <c:v>11.4</c:v>
                </c:pt>
                <c:pt idx="15">
                  <c:v>10.9</c:v>
                </c:pt>
                <c:pt idx="16">
                  <c:v>10.8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05968141524193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Sheet1!$B$2:$B$18</c:f>
              <c:numCache>
                <c:formatCode>0.0</c:formatCode>
                <c:ptCount val="17"/>
                <c:pt idx="0">
                  <c:v>50.5</c:v>
                </c:pt>
                <c:pt idx="1">
                  <c:v>51.1</c:v>
                </c:pt>
                <c:pt idx="2">
                  <c:v>53.4</c:v>
                </c:pt>
                <c:pt idx="3">
                  <c:v>54.9</c:v>
                </c:pt>
                <c:pt idx="4">
                  <c:v>52.3</c:v>
                </c:pt>
                <c:pt idx="5">
                  <c:v>52.4</c:v>
                </c:pt>
                <c:pt idx="6">
                  <c:v>51.7</c:v>
                </c:pt>
                <c:pt idx="7">
                  <c:v>49.2</c:v>
                </c:pt>
                <c:pt idx="8">
                  <c:v>47.9</c:v>
                </c:pt>
                <c:pt idx="9">
                  <c:v>48.4</c:v>
                </c:pt>
                <c:pt idx="10">
                  <c:v>47.7</c:v>
                </c:pt>
                <c:pt idx="11">
                  <c:v>49.1</c:v>
                </c:pt>
                <c:pt idx="12">
                  <c:v>48.6</c:v>
                </c:pt>
                <c:pt idx="13">
                  <c:v>46.7</c:v>
                </c:pt>
                <c:pt idx="14">
                  <c:v>47.1</c:v>
                </c:pt>
                <c:pt idx="15">
                  <c:v>48</c:v>
                </c:pt>
                <c:pt idx="16">
                  <c:v>48.6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Sheet1!$C$2:$C$18</c:f>
              <c:numCache>
                <c:formatCode>0.0</c:formatCode>
                <c:ptCount val="17"/>
                <c:pt idx="0">
                  <c:v>30.6</c:v>
                </c:pt>
                <c:pt idx="1">
                  <c:v>31</c:v>
                </c:pt>
                <c:pt idx="2">
                  <c:v>30.3</c:v>
                </c:pt>
                <c:pt idx="3">
                  <c:v>30.1</c:v>
                </c:pt>
                <c:pt idx="4">
                  <c:v>31.5</c:v>
                </c:pt>
                <c:pt idx="5">
                  <c:v>31.6</c:v>
                </c:pt>
                <c:pt idx="6">
                  <c:v>30.8</c:v>
                </c:pt>
                <c:pt idx="7">
                  <c:v>31.8</c:v>
                </c:pt>
                <c:pt idx="8">
                  <c:v>31.8</c:v>
                </c:pt>
                <c:pt idx="9">
                  <c:v>31.3</c:v>
                </c:pt>
                <c:pt idx="10">
                  <c:v>32.299999999999997</c:v>
                </c:pt>
                <c:pt idx="11">
                  <c:v>31.6</c:v>
                </c:pt>
                <c:pt idx="12">
                  <c:v>32.1</c:v>
                </c:pt>
                <c:pt idx="13">
                  <c:v>32.9</c:v>
                </c:pt>
                <c:pt idx="14">
                  <c:v>32.6</c:v>
                </c:pt>
                <c:pt idx="15">
                  <c:v>31.9</c:v>
                </c:pt>
                <c:pt idx="16">
                  <c:v>31.6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Sheet1!$D$2:$D$18</c:f>
              <c:numCache>
                <c:formatCode>0.0</c:formatCode>
                <c:ptCount val="17"/>
                <c:pt idx="0">
                  <c:v>5.7</c:v>
                </c:pt>
                <c:pt idx="1">
                  <c:v>5</c:v>
                </c:pt>
                <c:pt idx="2">
                  <c:v>4.4000000000000004</c:v>
                </c:pt>
                <c:pt idx="3">
                  <c:v>4.7</c:v>
                </c:pt>
                <c:pt idx="4">
                  <c:v>4.8</c:v>
                </c:pt>
                <c:pt idx="5">
                  <c:v>4.7</c:v>
                </c:pt>
                <c:pt idx="6">
                  <c:v>5.7</c:v>
                </c:pt>
                <c:pt idx="7">
                  <c:v>5.6</c:v>
                </c:pt>
                <c:pt idx="8">
                  <c:v>5.4</c:v>
                </c:pt>
                <c:pt idx="9">
                  <c:v>5</c:v>
                </c:pt>
                <c:pt idx="10">
                  <c:v>5.8</c:v>
                </c:pt>
                <c:pt idx="11">
                  <c:v>5.2</c:v>
                </c:pt>
                <c:pt idx="12">
                  <c:v>5.6</c:v>
                </c:pt>
                <c:pt idx="13">
                  <c:v>5.3</c:v>
                </c:pt>
                <c:pt idx="14">
                  <c:v>5.3</c:v>
                </c:pt>
                <c:pt idx="15">
                  <c:v>5.2</c:v>
                </c:pt>
                <c:pt idx="16">
                  <c:v>5.0999999999999996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Sheet1!$E$2:$E$18</c:f>
              <c:numCache>
                <c:formatCode>0.0</c:formatCode>
                <c:ptCount val="17"/>
                <c:pt idx="0">
                  <c:v>4</c:v>
                </c:pt>
                <c:pt idx="1">
                  <c:v>3.1</c:v>
                </c:pt>
                <c:pt idx="2">
                  <c:v>3.1</c:v>
                </c:pt>
                <c:pt idx="3">
                  <c:v>2.4</c:v>
                </c:pt>
                <c:pt idx="4">
                  <c:v>3.6</c:v>
                </c:pt>
                <c:pt idx="5">
                  <c:v>3.2</c:v>
                </c:pt>
                <c:pt idx="6">
                  <c:v>3.6</c:v>
                </c:pt>
                <c:pt idx="7">
                  <c:v>3.7</c:v>
                </c:pt>
                <c:pt idx="8">
                  <c:v>4.2</c:v>
                </c:pt>
                <c:pt idx="9">
                  <c:v>4.5</c:v>
                </c:pt>
                <c:pt idx="10">
                  <c:v>4.2</c:v>
                </c:pt>
                <c:pt idx="11">
                  <c:v>4.0999999999999996</c:v>
                </c:pt>
                <c:pt idx="12">
                  <c:v>4.0999999999999996</c:v>
                </c:pt>
                <c:pt idx="13">
                  <c:v>4.4000000000000004</c:v>
                </c:pt>
                <c:pt idx="14">
                  <c:v>4.5</c:v>
                </c:pt>
                <c:pt idx="15">
                  <c:v>5</c:v>
                </c:pt>
                <c:pt idx="16">
                  <c:v>4.8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Sheet1!$F$2:$F$18</c:f>
              <c:numCache>
                <c:formatCode>0.0</c:formatCode>
                <c:ptCount val="17"/>
                <c:pt idx="0">
                  <c:v>1</c:v>
                </c:pt>
                <c:pt idx="1">
                  <c:v>1.4</c:v>
                </c:pt>
                <c:pt idx="2">
                  <c:v>1.3</c:v>
                </c:pt>
                <c:pt idx="3">
                  <c:v>1</c:v>
                </c:pt>
                <c:pt idx="4">
                  <c:v>1.3</c:v>
                </c:pt>
                <c:pt idx="5">
                  <c:v>1.7</c:v>
                </c:pt>
                <c:pt idx="6">
                  <c:v>1.4</c:v>
                </c:pt>
                <c:pt idx="7">
                  <c:v>1.2</c:v>
                </c:pt>
                <c:pt idx="8">
                  <c:v>1</c:v>
                </c:pt>
                <c:pt idx="9">
                  <c:v>1</c:v>
                </c:pt>
                <c:pt idx="10">
                  <c:v>1.1000000000000001</c:v>
                </c:pt>
                <c:pt idx="11">
                  <c:v>1</c:v>
                </c:pt>
                <c:pt idx="12">
                  <c:v>1.2</c:v>
                </c:pt>
                <c:pt idx="13">
                  <c:v>1.1000000000000001</c:v>
                </c:pt>
                <c:pt idx="14">
                  <c:v>1.1000000000000001</c:v>
                </c:pt>
                <c:pt idx="15">
                  <c:v>1.1000000000000001</c:v>
                </c:pt>
                <c:pt idx="16">
                  <c:v>0.9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Sheet1!$G$2:$G$18</c:f>
              <c:numCache>
                <c:formatCode>0.0</c:formatCode>
                <c:ptCount val="17"/>
                <c:pt idx="0">
                  <c:v>8.3000000000000007</c:v>
                </c:pt>
                <c:pt idx="1">
                  <c:v>8.3000000000000007</c:v>
                </c:pt>
                <c:pt idx="2">
                  <c:v>7.4</c:v>
                </c:pt>
                <c:pt idx="3">
                  <c:v>7</c:v>
                </c:pt>
                <c:pt idx="4">
                  <c:v>6.5</c:v>
                </c:pt>
                <c:pt idx="5">
                  <c:v>6.4</c:v>
                </c:pt>
                <c:pt idx="6">
                  <c:v>6.9</c:v>
                </c:pt>
                <c:pt idx="7">
                  <c:v>8.5</c:v>
                </c:pt>
                <c:pt idx="8">
                  <c:v>9.6999999999999993</c:v>
                </c:pt>
                <c:pt idx="9">
                  <c:v>9.8000000000000007</c:v>
                </c:pt>
                <c:pt idx="10">
                  <c:v>9</c:v>
                </c:pt>
                <c:pt idx="11">
                  <c:v>9</c:v>
                </c:pt>
                <c:pt idx="12">
                  <c:v>8.4</c:v>
                </c:pt>
                <c:pt idx="13">
                  <c:v>9.5</c:v>
                </c:pt>
                <c:pt idx="14">
                  <c:v>9.4</c:v>
                </c:pt>
                <c:pt idx="15">
                  <c:v>8.9</c:v>
                </c:pt>
                <c:pt idx="16">
                  <c:v>8.9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Sheet1!$B$2:$B$18</c:f>
              <c:numCache>
                <c:formatCode>0.0</c:formatCode>
                <c:ptCount val="17"/>
                <c:pt idx="0">
                  <c:v>35.200000000000003</c:v>
                </c:pt>
                <c:pt idx="1">
                  <c:v>37.5</c:v>
                </c:pt>
                <c:pt idx="2">
                  <c:v>36.200000000000003</c:v>
                </c:pt>
                <c:pt idx="3">
                  <c:v>34</c:v>
                </c:pt>
                <c:pt idx="4">
                  <c:v>35</c:v>
                </c:pt>
                <c:pt idx="5">
                  <c:v>33.6</c:v>
                </c:pt>
                <c:pt idx="6">
                  <c:v>34.4</c:v>
                </c:pt>
                <c:pt idx="7">
                  <c:v>32.6</c:v>
                </c:pt>
                <c:pt idx="8">
                  <c:v>33.799999999999997</c:v>
                </c:pt>
                <c:pt idx="9">
                  <c:v>33.4</c:v>
                </c:pt>
                <c:pt idx="10">
                  <c:v>35.4</c:v>
                </c:pt>
                <c:pt idx="11">
                  <c:v>35</c:v>
                </c:pt>
                <c:pt idx="12">
                  <c:v>36.4</c:v>
                </c:pt>
                <c:pt idx="13">
                  <c:v>37</c:v>
                </c:pt>
                <c:pt idx="14">
                  <c:v>37</c:v>
                </c:pt>
                <c:pt idx="15">
                  <c:v>37</c:v>
                </c:pt>
                <c:pt idx="16">
                  <c:v>37.700000000000003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Sheet1!$C$2:$C$18</c:f>
              <c:numCache>
                <c:formatCode>0.0</c:formatCode>
                <c:ptCount val="17"/>
                <c:pt idx="0">
                  <c:v>50.1</c:v>
                </c:pt>
                <c:pt idx="1">
                  <c:v>49.7</c:v>
                </c:pt>
                <c:pt idx="2">
                  <c:v>50.3</c:v>
                </c:pt>
                <c:pt idx="3">
                  <c:v>53.2</c:v>
                </c:pt>
                <c:pt idx="4">
                  <c:v>50.1</c:v>
                </c:pt>
                <c:pt idx="5">
                  <c:v>52.5</c:v>
                </c:pt>
                <c:pt idx="6">
                  <c:v>52.7</c:v>
                </c:pt>
                <c:pt idx="7">
                  <c:v>54.7</c:v>
                </c:pt>
                <c:pt idx="8">
                  <c:v>53.7</c:v>
                </c:pt>
                <c:pt idx="9">
                  <c:v>54.5</c:v>
                </c:pt>
                <c:pt idx="10">
                  <c:v>53.5</c:v>
                </c:pt>
                <c:pt idx="11">
                  <c:v>53.5</c:v>
                </c:pt>
                <c:pt idx="12">
                  <c:v>52.7</c:v>
                </c:pt>
                <c:pt idx="13">
                  <c:v>48.8</c:v>
                </c:pt>
                <c:pt idx="14">
                  <c:v>48.5</c:v>
                </c:pt>
                <c:pt idx="15">
                  <c:v>48</c:v>
                </c:pt>
                <c:pt idx="16">
                  <c:v>47.5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Sheet1!$D$2:$D$18</c:f>
              <c:numCache>
                <c:formatCode>0.0</c:formatCode>
                <c:ptCount val="17"/>
                <c:pt idx="0">
                  <c:v>3.5</c:v>
                </c:pt>
                <c:pt idx="1">
                  <c:v>2.8</c:v>
                </c:pt>
                <c:pt idx="2">
                  <c:v>2.5</c:v>
                </c:pt>
                <c:pt idx="3">
                  <c:v>2.8</c:v>
                </c:pt>
                <c:pt idx="4">
                  <c:v>4.5999999999999996</c:v>
                </c:pt>
                <c:pt idx="5">
                  <c:v>5.0999999999999996</c:v>
                </c:pt>
                <c:pt idx="6">
                  <c:v>4.5999999999999996</c:v>
                </c:pt>
                <c:pt idx="7">
                  <c:v>4.3</c:v>
                </c:pt>
                <c:pt idx="8">
                  <c:v>3.1</c:v>
                </c:pt>
                <c:pt idx="9">
                  <c:v>3.4</c:v>
                </c:pt>
                <c:pt idx="10">
                  <c:v>3.2</c:v>
                </c:pt>
                <c:pt idx="11">
                  <c:v>3</c:v>
                </c:pt>
                <c:pt idx="12">
                  <c:v>3.1</c:v>
                </c:pt>
                <c:pt idx="13">
                  <c:v>4.0999999999999996</c:v>
                </c:pt>
                <c:pt idx="14">
                  <c:v>4.4000000000000004</c:v>
                </c:pt>
                <c:pt idx="15">
                  <c:v>4.9000000000000004</c:v>
                </c:pt>
                <c:pt idx="16">
                  <c:v>4.8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Sheet1!$E$2:$E$18</c:f>
              <c:numCache>
                <c:formatCode>0.0</c:formatCode>
                <c:ptCount val="17"/>
                <c:pt idx="0">
                  <c:v>1</c:v>
                </c:pt>
                <c:pt idx="1">
                  <c:v>0.9</c:v>
                </c:pt>
                <c:pt idx="2">
                  <c:v>0.8</c:v>
                </c:pt>
                <c:pt idx="3">
                  <c:v>0.9</c:v>
                </c:pt>
                <c:pt idx="4">
                  <c:v>0.8</c:v>
                </c:pt>
                <c:pt idx="5">
                  <c:v>1.1000000000000001</c:v>
                </c:pt>
                <c:pt idx="6">
                  <c:v>1.3</c:v>
                </c:pt>
                <c:pt idx="7">
                  <c:v>1.2</c:v>
                </c:pt>
                <c:pt idx="8">
                  <c:v>1.5</c:v>
                </c:pt>
                <c:pt idx="9">
                  <c:v>1.3</c:v>
                </c:pt>
                <c:pt idx="10">
                  <c:v>1.1000000000000001</c:v>
                </c:pt>
                <c:pt idx="11">
                  <c:v>1.3</c:v>
                </c:pt>
                <c:pt idx="12">
                  <c:v>1.3</c:v>
                </c:pt>
                <c:pt idx="13">
                  <c:v>1.6</c:v>
                </c:pt>
                <c:pt idx="14">
                  <c:v>1.7</c:v>
                </c:pt>
                <c:pt idx="15">
                  <c:v>1.3</c:v>
                </c:pt>
                <c:pt idx="16">
                  <c:v>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Sheet1!$F$2:$F$18</c:f>
              <c:numCache>
                <c:formatCode>0.0</c:formatCode>
                <c:ptCount val="17"/>
                <c:pt idx="0">
                  <c:v>2.8</c:v>
                </c:pt>
                <c:pt idx="1">
                  <c:v>1.8</c:v>
                </c:pt>
                <c:pt idx="2">
                  <c:v>1.4</c:v>
                </c:pt>
                <c:pt idx="3">
                  <c:v>1.1000000000000001</c:v>
                </c:pt>
                <c:pt idx="4">
                  <c:v>1.3</c:v>
                </c:pt>
                <c:pt idx="5">
                  <c:v>0.6</c:v>
                </c:pt>
                <c:pt idx="6">
                  <c:v>0.7</c:v>
                </c:pt>
                <c:pt idx="7">
                  <c:v>1</c:v>
                </c:pt>
                <c:pt idx="8">
                  <c:v>1</c:v>
                </c:pt>
                <c:pt idx="9">
                  <c:v>1.1000000000000001</c:v>
                </c:pt>
                <c:pt idx="10">
                  <c:v>1.1000000000000001</c:v>
                </c:pt>
                <c:pt idx="11">
                  <c:v>0.9</c:v>
                </c:pt>
                <c:pt idx="12">
                  <c:v>1</c:v>
                </c:pt>
                <c:pt idx="13">
                  <c:v>1.1000000000000001</c:v>
                </c:pt>
                <c:pt idx="14">
                  <c:v>1</c:v>
                </c:pt>
                <c:pt idx="15">
                  <c:v>0.9</c:v>
                </c:pt>
                <c:pt idx="16">
                  <c:v>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Sheet1!$G$2:$G$18</c:f>
              <c:numCache>
                <c:formatCode>0.0</c:formatCode>
                <c:ptCount val="17"/>
                <c:pt idx="0">
                  <c:v>7.4</c:v>
                </c:pt>
                <c:pt idx="1">
                  <c:v>7.3</c:v>
                </c:pt>
                <c:pt idx="2">
                  <c:v>8.8000000000000007</c:v>
                </c:pt>
                <c:pt idx="3">
                  <c:v>8</c:v>
                </c:pt>
                <c:pt idx="4">
                  <c:v>8.1999999999999993</c:v>
                </c:pt>
                <c:pt idx="5">
                  <c:v>7.1</c:v>
                </c:pt>
                <c:pt idx="6">
                  <c:v>6.4</c:v>
                </c:pt>
                <c:pt idx="7">
                  <c:v>6.2</c:v>
                </c:pt>
                <c:pt idx="8">
                  <c:v>6.9</c:v>
                </c:pt>
                <c:pt idx="9">
                  <c:v>6.3</c:v>
                </c:pt>
                <c:pt idx="10">
                  <c:v>5.7</c:v>
                </c:pt>
                <c:pt idx="11">
                  <c:v>6.3</c:v>
                </c:pt>
                <c:pt idx="12">
                  <c:v>5.5</c:v>
                </c:pt>
                <c:pt idx="13">
                  <c:v>7.4</c:v>
                </c:pt>
                <c:pt idx="14">
                  <c:v>7.5</c:v>
                </c:pt>
                <c:pt idx="15">
                  <c:v>8</c:v>
                </c:pt>
                <c:pt idx="16">
                  <c:v>7.5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Sheet1!$B$2:$B$18</c:f>
              <c:numCache>
                <c:formatCode>0.0</c:formatCode>
                <c:ptCount val="17"/>
                <c:pt idx="0">
                  <c:v>47.8</c:v>
                </c:pt>
                <c:pt idx="1">
                  <c:v>42.5</c:v>
                </c:pt>
                <c:pt idx="2">
                  <c:v>40.299999999999997</c:v>
                </c:pt>
                <c:pt idx="3">
                  <c:v>37.4</c:v>
                </c:pt>
                <c:pt idx="4">
                  <c:v>41.7</c:v>
                </c:pt>
                <c:pt idx="5">
                  <c:v>46</c:v>
                </c:pt>
                <c:pt idx="6">
                  <c:v>50.3</c:v>
                </c:pt>
                <c:pt idx="7">
                  <c:v>51</c:v>
                </c:pt>
                <c:pt idx="8">
                  <c:v>46.9</c:v>
                </c:pt>
                <c:pt idx="9">
                  <c:v>48.7</c:v>
                </c:pt>
                <c:pt idx="10">
                  <c:v>51.6</c:v>
                </c:pt>
                <c:pt idx="11">
                  <c:v>52</c:v>
                </c:pt>
                <c:pt idx="12">
                  <c:v>53.5</c:v>
                </c:pt>
                <c:pt idx="13">
                  <c:v>51</c:v>
                </c:pt>
                <c:pt idx="14">
                  <c:v>49.9</c:v>
                </c:pt>
                <c:pt idx="15">
                  <c:v>47.6</c:v>
                </c:pt>
                <c:pt idx="16">
                  <c:v>49.7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Sheet1!$C$2:$C$18</c:f>
              <c:numCache>
                <c:formatCode>0.0</c:formatCode>
                <c:ptCount val="17"/>
                <c:pt idx="0">
                  <c:v>31.4</c:v>
                </c:pt>
                <c:pt idx="1">
                  <c:v>34.299999999999997</c:v>
                </c:pt>
                <c:pt idx="2">
                  <c:v>40.9</c:v>
                </c:pt>
                <c:pt idx="3">
                  <c:v>46.3</c:v>
                </c:pt>
                <c:pt idx="4">
                  <c:v>41.1</c:v>
                </c:pt>
                <c:pt idx="5">
                  <c:v>39</c:v>
                </c:pt>
                <c:pt idx="6">
                  <c:v>33.799999999999997</c:v>
                </c:pt>
                <c:pt idx="7">
                  <c:v>35.200000000000003</c:v>
                </c:pt>
                <c:pt idx="8">
                  <c:v>37.4</c:v>
                </c:pt>
                <c:pt idx="9">
                  <c:v>35.700000000000003</c:v>
                </c:pt>
                <c:pt idx="10">
                  <c:v>32.5</c:v>
                </c:pt>
                <c:pt idx="11">
                  <c:v>31.5</c:v>
                </c:pt>
                <c:pt idx="12">
                  <c:v>32.799999999999997</c:v>
                </c:pt>
                <c:pt idx="13">
                  <c:v>33.5</c:v>
                </c:pt>
                <c:pt idx="14">
                  <c:v>34.799999999999997</c:v>
                </c:pt>
                <c:pt idx="15">
                  <c:v>36.5</c:v>
                </c:pt>
                <c:pt idx="16">
                  <c:v>35.6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Sheet1!$D$2:$D$18</c:f>
              <c:numCache>
                <c:formatCode>0.0</c:formatCode>
                <c:ptCount val="17"/>
                <c:pt idx="0">
                  <c:v>4.0999999999999996</c:v>
                </c:pt>
                <c:pt idx="1">
                  <c:v>4</c:v>
                </c:pt>
                <c:pt idx="2">
                  <c:v>5.2</c:v>
                </c:pt>
                <c:pt idx="3">
                  <c:v>2.4</c:v>
                </c:pt>
                <c:pt idx="4">
                  <c:v>7.1</c:v>
                </c:pt>
                <c:pt idx="5">
                  <c:v>5</c:v>
                </c:pt>
                <c:pt idx="6">
                  <c:v>4.0999999999999996</c:v>
                </c:pt>
                <c:pt idx="7">
                  <c:v>4.4000000000000004</c:v>
                </c:pt>
                <c:pt idx="8">
                  <c:v>5.2</c:v>
                </c:pt>
                <c:pt idx="9">
                  <c:v>4.9000000000000004</c:v>
                </c:pt>
                <c:pt idx="10">
                  <c:v>5.3</c:v>
                </c:pt>
                <c:pt idx="11">
                  <c:v>6</c:v>
                </c:pt>
                <c:pt idx="12">
                  <c:v>5.0999999999999996</c:v>
                </c:pt>
                <c:pt idx="13">
                  <c:v>4.8</c:v>
                </c:pt>
                <c:pt idx="14">
                  <c:v>4.5999999999999996</c:v>
                </c:pt>
                <c:pt idx="15">
                  <c:v>4.8</c:v>
                </c:pt>
                <c:pt idx="16">
                  <c:v>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Sheet1!$E$2:$E$18</c:f>
              <c:numCache>
                <c:formatCode>0.0</c:formatCode>
                <c:ptCount val="17"/>
                <c:pt idx="0">
                  <c:v>0.8</c:v>
                </c:pt>
                <c:pt idx="1">
                  <c:v>0.6</c:v>
                </c:pt>
                <c:pt idx="2">
                  <c:v>0.5</c:v>
                </c:pt>
                <c:pt idx="3">
                  <c:v>1.3</c:v>
                </c:pt>
                <c:pt idx="4">
                  <c:v>1.2</c:v>
                </c:pt>
                <c:pt idx="5">
                  <c:v>2.9</c:v>
                </c:pt>
                <c:pt idx="6">
                  <c:v>1.4</c:v>
                </c:pt>
                <c:pt idx="7">
                  <c:v>2</c:v>
                </c:pt>
                <c:pt idx="8">
                  <c:v>2.2000000000000002</c:v>
                </c:pt>
                <c:pt idx="9">
                  <c:v>2</c:v>
                </c:pt>
                <c:pt idx="10">
                  <c:v>2</c:v>
                </c:pt>
                <c:pt idx="11">
                  <c:v>2.8</c:v>
                </c:pt>
                <c:pt idx="12">
                  <c:v>2.5</c:v>
                </c:pt>
                <c:pt idx="13">
                  <c:v>3.1</c:v>
                </c:pt>
                <c:pt idx="14">
                  <c:v>3.1</c:v>
                </c:pt>
                <c:pt idx="15">
                  <c:v>2.8</c:v>
                </c:pt>
                <c:pt idx="16">
                  <c:v>2.2999999999999998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Sheet1!$F$2:$F$18</c:f>
              <c:numCache>
                <c:formatCode>0.0</c:formatCode>
                <c:ptCount val="17"/>
                <c:pt idx="0">
                  <c:v>0.4</c:v>
                </c:pt>
                <c:pt idx="1">
                  <c:v>3.5</c:v>
                </c:pt>
                <c:pt idx="2">
                  <c:v>1</c:v>
                </c:pt>
                <c:pt idx="3">
                  <c:v>0.9</c:v>
                </c:pt>
                <c:pt idx="4">
                  <c:v>0.5</c:v>
                </c:pt>
                <c:pt idx="5">
                  <c:v>0.4</c:v>
                </c:pt>
                <c:pt idx="6">
                  <c:v>2</c:v>
                </c:pt>
                <c:pt idx="7">
                  <c:v>1.1000000000000001</c:v>
                </c:pt>
                <c:pt idx="8">
                  <c:v>1</c:v>
                </c:pt>
                <c:pt idx="9">
                  <c:v>0.9</c:v>
                </c:pt>
                <c:pt idx="10">
                  <c:v>1.2</c:v>
                </c:pt>
                <c:pt idx="11">
                  <c:v>0.5</c:v>
                </c:pt>
                <c:pt idx="12">
                  <c:v>0.6</c:v>
                </c:pt>
                <c:pt idx="13">
                  <c:v>0.8</c:v>
                </c:pt>
                <c:pt idx="14">
                  <c:v>0.7</c:v>
                </c:pt>
                <c:pt idx="15">
                  <c:v>1.1000000000000001</c:v>
                </c:pt>
                <c:pt idx="16">
                  <c:v>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Sheet1!$G$2:$G$18</c:f>
              <c:numCache>
                <c:formatCode>0.0</c:formatCode>
                <c:ptCount val="17"/>
                <c:pt idx="0">
                  <c:v>15.6</c:v>
                </c:pt>
                <c:pt idx="1">
                  <c:v>15</c:v>
                </c:pt>
                <c:pt idx="2">
                  <c:v>12.1</c:v>
                </c:pt>
                <c:pt idx="3">
                  <c:v>11.6</c:v>
                </c:pt>
                <c:pt idx="4">
                  <c:v>8.4</c:v>
                </c:pt>
                <c:pt idx="5">
                  <c:v>6.7</c:v>
                </c:pt>
                <c:pt idx="6">
                  <c:v>8.5</c:v>
                </c:pt>
                <c:pt idx="7">
                  <c:v>6.3</c:v>
                </c:pt>
                <c:pt idx="8">
                  <c:v>7.3</c:v>
                </c:pt>
                <c:pt idx="9">
                  <c:v>7.8</c:v>
                </c:pt>
                <c:pt idx="10">
                  <c:v>7.3</c:v>
                </c:pt>
                <c:pt idx="11">
                  <c:v>7.2</c:v>
                </c:pt>
                <c:pt idx="12">
                  <c:v>5.5</c:v>
                </c:pt>
                <c:pt idx="13">
                  <c:v>6.8</c:v>
                </c:pt>
                <c:pt idx="14">
                  <c:v>6.9</c:v>
                </c:pt>
                <c:pt idx="15">
                  <c:v>7.3</c:v>
                </c:pt>
                <c:pt idx="16">
                  <c:v>7.5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Sheet1!$B$2:$B$18</c:f>
              <c:numCache>
                <c:formatCode>0.0</c:formatCode>
                <c:ptCount val="17"/>
                <c:pt idx="0">
                  <c:v>43.6</c:v>
                </c:pt>
                <c:pt idx="1">
                  <c:v>40.6</c:v>
                </c:pt>
                <c:pt idx="2">
                  <c:v>42.3</c:v>
                </c:pt>
                <c:pt idx="3">
                  <c:v>39.9</c:v>
                </c:pt>
                <c:pt idx="4">
                  <c:v>40.299999999999997</c:v>
                </c:pt>
                <c:pt idx="5">
                  <c:v>45.5</c:v>
                </c:pt>
                <c:pt idx="6">
                  <c:v>47.6</c:v>
                </c:pt>
                <c:pt idx="7">
                  <c:v>44.4</c:v>
                </c:pt>
                <c:pt idx="8">
                  <c:v>42.8</c:v>
                </c:pt>
                <c:pt idx="9">
                  <c:v>41.1</c:v>
                </c:pt>
                <c:pt idx="10">
                  <c:v>42.3</c:v>
                </c:pt>
                <c:pt idx="11">
                  <c:v>41.3</c:v>
                </c:pt>
                <c:pt idx="12">
                  <c:v>42.3</c:v>
                </c:pt>
                <c:pt idx="13">
                  <c:v>41.6</c:v>
                </c:pt>
                <c:pt idx="14">
                  <c:v>41.6</c:v>
                </c:pt>
                <c:pt idx="15">
                  <c:v>41.7</c:v>
                </c:pt>
                <c:pt idx="16">
                  <c:v>41.6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Sheet1!$C$2:$C$18</c:f>
              <c:numCache>
                <c:formatCode>0.0</c:formatCode>
                <c:ptCount val="17"/>
                <c:pt idx="0">
                  <c:v>35</c:v>
                </c:pt>
                <c:pt idx="1">
                  <c:v>39.4</c:v>
                </c:pt>
                <c:pt idx="2">
                  <c:v>38.4</c:v>
                </c:pt>
                <c:pt idx="3">
                  <c:v>44.3</c:v>
                </c:pt>
                <c:pt idx="4">
                  <c:v>40.5</c:v>
                </c:pt>
                <c:pt idx="5">
                  <c:v>39</c:v>
                </c:pt>
                <c:pt idx="6">
                  <c:v>38.9</c:v>
                </c:pt>
                <c:pt idx="7">
                  <c:v>41.2</c:v>
                </c:pt>
                <c:pt idx="8">
                  <c:v>40.200000000000003</c:v>
                </c:pt>
                <c:pt idx="9">
                  <c:v>40.200000000000003</c:v>
                </c:pt>
                <c:pt idx="10">
                  <c:v>39.9</c:v>
                </c:pt>
                <c:pt idx="11">
                  <c:v>41.5</c:v>
                </c:pt>
                <c:pt idx="12">
                  <c:v>40.700000000000003</c:v>
                </c:pt>
                <c:pt idx="13">
                  <c:v>39</c:v>
                </c:pt>
                <c:pt idx="14">
                  <c:v>39.4</c:v>
                </c:pt>
                <c:pt idx="15">
                  <c:v>39.5</c:v>
                </c:pt>
                <c:pt idx="16">
                  <c:v>40.4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Sheet1!$D$2:$D$18</c:f>
              <c:numCache>
                <c:formatCode>0.0</c:formatCode>
                <c:ptCount val="17"/>
                <c:pt idx="0">
                  <c:v>3.5</c:v>
                </c:pt>
                <c:pt idx="1">
                  <c:v>3.7</c:v>
                </c:pt>
                <c:pt idx="2">
                  <c:v>3.9</c:v>
                </c:pt>
                <c:pt idx="3">
                  <c:v>1.6</c:v>
                </c:pt>
                <c:pt idx="4">
                  <c:v>4.5999999999999996</c:v>
                </c:pt>
                <c:pt idx="5">
                  <c:v>4.8</c:v>
                </c:pt>
                <c:pt idx="6">
                  <c:v>3.8</c:v>
                </c:pt>
                <c:pt idx="7">
                  <c:v>3.9</c:v>
                </c:pt>
                <c:pt idx="8">
                  <c:v>3.6</c:v>
                </c:pt>
                <c:pt idx="9">
                  <c:v>2.9</c:v>
                </c:pt>
                <c:pt idx="10">
                  <c:v>3.1</c:v>
                </c:pt>
                <c:pt idx="11">
                  <c:v>3.7</c:v>
                </c:pt>
                <c:pt idx="12">
                  <c:v>3.8</c:v>
                </c:pt>
                <c:pt idx="13">
                  <c:v>3.5</c:v>
                </c:pt>
                <c:pt idx="14">
                  <c:v>3.8</c:v>
                </c:pt>
                <c:pt idx="15">
                  <c:v>3.7</c:v>
                </c:pt>
                <c:pt idx="16">
                  <c:v>4.3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Sheet1!$E$2:$E$18</c:f>
              <c:numCache>
                <c:formatCode>0.0</c:formatCode>
                <c:ptCount val="17"/>
                <c:pt idx="0">
                  <c:v>5.9</c:v>
                </c:pt>
                <c:pt idx="1">
                  <c:v>5.0999999999999996</c:v>
                </c:pt>
                <c:pt idx="2">
                  <c:v>6.6</c:v>
                </c:pt>
                <c:pt idx="3">
                  <c:v>6.3</c:v>
                </c:pt>
                <c:pt idx="4">
                  <c:v>7.4</c:v>
                </c:pt>
                <c:pt idx="5">
                  <c:v>3.8</c:v>
                </c:pt>
                <c:pt idx="6">
                  <c:v>3.2</c:v>
                </c:pt>
                <c:pt idx="7">
                  <c:v>2.6</c:v>
                </c:pt>
                <c:pt idx="8">
                  <c:v>3.7</c:v>
                </c:pt>
                <c:pt idx="9">
                  <c:v>5.6</c:v>
                </c:pt>
                <c:pt idx="10">
                  <c:v>5.3</c:v>
                </c:pt>
                <c:pt idx="11">
                  <c:v>4.9000000000000004</c:v>
                </c:pt>
                <c:pt idx="12">
                  <c:v>5</c:v>
                </c:pt>
                <c:pt idx="13">
                  <c:v>5.3</c:v>
                </c:pt>
                <c:pt idx="14">
                  <c:v>5.0999999999999996</c:v>
                </c:pt>
                <c:pt idx="15">
                  <c:v>5.4</c:v>
                </c:pt>
                <c:pt idx="16">
                  <c:v>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Sheet1!$F$2:$F$18</c:f>
              <c:numCache>
                <c:formatCode>0.0</c:formatCode>
                <c:ptCount val="17"/>
                <c:pt idx="0">
                  <c:v>1.5</c:v>
                </c:pt>
                <c:pt idx="1">
                  <c:v>3.7</c:v>
                </c:pt>
                <c:pt idx="2">
                  <c:v>3.2</c:v>
                </c:pt>
                <c:pt idx="3">
                  <c:v>2.2000000000000002</c:v>
                </c:pt>
                <c:pt idx="4">
                  <c:v>2.7</c:v>
                </c:pt>
                <c:pt idx="5">
                  <c:v>2.2999999999999998</c:v>
                </c:pt>
                <c:pt idx="6">
                  <c:v>0.9</c:v>
                </c:pt>
                <c:pt idx="7">
                  <c:v>1.5</c:v>
                </c:pt>
                <c:pt idx="8">
                  <c:v>1.1000000000000001</c:v>
                </c:pt>
                <c:pt idx="9">
                  <c:v>1.3</c:v>
                </c:pt>
                <c:pt idx="10">
                  <c:v>1.1000000000000001</c:v>
                </c:pt>
                <c:pt idx="11">
                  <c:v>1</c:v>
                </c:pt>
                <c:pt idx="12">
                  <c:v>0.9</c:v>
                </c:pt>
                <c:pt idx="13">
                  <c:v>1.5</c:v>
                </c:pt>
                <c:pt idx="14">
                  <c:v>1.4</c:v>
                </c:pt>
                <c:pt idx="15">
                  <c:v>1.1000000000000001</c:v>
                </c:pt>
                <c:pt idx="16">
                  <c:v>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Sheet1!$G$2:$G$18</c:f>
              <c:numCache>
                <c:formatCode>0.0</c:formatCode>
                <c:ptCount val="17"/>
                <c:pt idx="0">
                  <c:v>10.5</c:v>
                </c:pt>
                <c:pt idx="1">
                  <c:v>7.5</c:v>
                </c:pt>
                <c:pt idx="2">
                  <c:v>5.8</c:v>
                </c:pt>
                <c:pt idx="3">
                  <c:v>5.8</c:v>
                </c:pt>
                <c:pt idx="4">
                  <c:v>4.5</c:v>
                </c:pt>
                <c:pt idx="5">
                  <c:v>4.5</c:v>
                </c:pt>
                <c:pt idx="6">
                  <c:v>5.6</c:v>
                </c:pt>
                <c:pt idx="7">
                  <c:v>6.3</c:v>
                </c:pt>
                <c:pt idx="8">
                  <c:v>8.6</c:v>
                </c:pt>
                <c:pt idx="9">
                  <c:v>8.9</c:v>
                </c:pt>
                <c:pt idx="10">
                  <c:v>8.4</c:v>
                </c:pt>
                <c:pt idx="11">
                  <c:v>7.8</c:v>
                </c:pt>
                <c:pt idx="12">
                  <c:v>7.3</c:v>
                </c:pt>
                <c:pt idx="13">
                  <c:v>9.1999999999999993</c:v>
                </c:pt>
                <c:pt idx="14">
                  <c:v>8.6</c:v>
                </c:pt>
                <c:pt idx="15">
                  <c:v>8.6</c:v>
                </c:pt>
                <c:pt idx="16">
                  <c:v>7.6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Sheet1!$B$2:$B$18</c:f>
              <c:numCache>
                <c:formatCode>0.0</c:formatCode>
                <c:ptCount val="17"/>
                <c:pt idx="0">
                  <c:v>49.3</c:v>
                </c:pt>
                <c:pt idx="1">
                  <c:v>52.7</c:v>
                </c:pt>
                <c:pt idx="2">
                  <c:v>50.5</c:v>
                </c:pt>
                <c:pt idx="3">
                  <c:v>48.2</c:v>
                </c:pt>
                <c:pt idx="4">
                  <c:v>49.5</c:v>
                </c:pt>
                <c:pt idx="5">
                  <c:v>47.9</c:v>
                </c:pt>
                <c:pt idx="6">
                  <c:v>45.1</c:v>
                </c:pt>
                <c:pt idx="7">
                  <c:v>43.9</c:v>
                </c:pt>
                <c:pt idx="8">
                  <c:v>44.7</c:v>
                </c:pt>
                <c:pt idx="9">
                  <c:v>45.3</c:v>
                </c:pt>
                <c:pt idx="10">
                  <c:v>44.4</c:v>
                </c:pt>
                <c:pt idx="11">
                  <c:v>44.8</c:v>
                </c:pt>
                <c:pt idx="12">
                  <c:v>44.9</c:v>
                </c:pt>
                <c:pt idx="13">
                  <c:v>42.7</c:v>
                </c:pt>
                <c:pt idx="14">
                  <c:v>43</c:v>
                </c:pt>
                <c:pt idx="15">
                  <c:v>43.8</c:v>
                </c:pt>
                <c:pt idx="16">
                  <c:v>44.3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Sheet1!$C$2:$C$18</c:f>
              <c:numCache>
                <c:formatCode>0.0</c:formatCode>
                <c:ptCount val="17"/>
                <c:pt idx="0">
                  <c:v>34</c:v>
                </c:pt>
                <c:pt idx="1">
                  <c:v>32.299999999999997</c:v>
                </c:pt>
                <c:pt idx="2">
                  <c:v>34.5</c:v>
                </c:pt>
                <c:pt idx="3">
                  <c:v>37.799999999999997</c:v>
                </c:pt>
                <c:pt idx="4">
                  <c:v>36.6</c:v>
                </c:pt>
                <c:pt idx="5">
                  <c:v>37.299999999999997</c:v>
                </c:pt>
                <c:pt idx="6">
                  <c:v>39.700000000000003</c:v>
                </c:pt>
                <c:pt idx="7">
                  <c:v>40.4</c:v>
                </c:pt>
                <c:pt idx="8">
                  <c:v>39.200000000000003</c:v>
                </c:pt>
                <c:pt idx="9">
                  <c:v>38.5</c:v>
                </c:pt>
                <c:pt idx="10">
                  <c:v>40</c:v>
                </c:pt>
                <c:pt idx="11">
                  <c:v>39.700000000000003</c:v>
                </c:pt>
                <c:pt idx="12">
                  <c:v>40.299999999999997</c:v>
                </c:pt>
                <c:pt idx="13">
                  <c:v>40.700000000000003</c:v>
                </c:pt>
                <c:pt idx="14">
                  <c:v>40.299999999999997</c:v>
                </c:pt>
                <c:pt idx="15">
                  <c:v>39.700000000000003</c:v>
                </c:pt>
                <c:pt idx="16">
                  <c:v>39.5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Sheet1!$D$2:$D$18</c:f>
              <c:numCache>
                <c:formatCode>0.0</c:formatCode>
                <c:ptCount val="17"/>
                <c:pt idx="0">
                  <c:v>3.1</c:v>
                </c:pt>
                <c:pt idx="1">
                  <c:v>2.9</c:v>
                </c:pt>
                <c:pt idx="2">
                  <c:v>2.4</c:v>
                </c:pt>
                <c:pt idx="3">
                  <c:v>3.5</c:v>
                </c:pt>
                <c:pt idx="4">
                  <c:v>2.9</c:v>
                </c:pt>
                <c:pt idx="5">
                  <c:v>3.3</c:v>
                </c:pt>
                <c:pt idx="6">
                  <c:v>3.2</c:v>
                </c:pt>
                <c:pt idx="7">
                  <c:v>3.4</c:v>
                </c:pt>
                <c:pt idx="8">
                  <c:v>2.7</c:v>
                </c:pt>
                <c:pt idx="9">
                  <c:v>2.7</c:v>
                </c:pt>
                <c:pt idx="10">
                  <c:v>3.1</c:v>
                </c:pt>
                <c:pt idx="11">
                  <c:v>3.2</c:v>
                </c:pt>
                <c:pt idx="12">
                  <c:v>3.7</c:v>
                </c:pt>
                <c:pt idx="13">
                  <c:v>3.4</c:v>
                </c:pt>
                <c:pt idx="14">
                  <c:v>3.7</c:v>
                </c:pt>
                <c:pt idx="15">
                  <c:v>3.6</c:v>
                </c:pt>
                <c:pt idx="16">
                  <c:v>3.4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Sheet1!$E$2:$E$18</c:f>
              <c:numCache>
                <c:formatCode>0.0</c:formatCode>
                <c:ptCount val="17"/>
                <c:pt idx="0">
                  <c:v>3.7</c:v>
                </c:pt>
                <c:pt idx="1">
                  <c:v>2.5</c:v>
                </c:pt>
                <c:pt idx="2">
                  <c:v>2.7</c:v>
                </c:pt>
                <c:pt idx="3">
                  <c:v>2</c:v>
                </c:pt>
                <c:pt idx="4">
                  <c:v>2.5</c:v>
                </c:pt>
                <c:pt idx="5">
                  <c:v>2.4</c:v>
                </c:pt>
                <c:pt idx="6">
                  <c:v>2.7</c:v>
                </c:pt>
                <c:pt idx="7">
                  <c:v>2.7</c:v>
                </c:pt>
                <c:pt idx="8">
                  <c:v>3.4</c:v>
                </c:pt>
                <c:pt idx="9">
                  <c:v>4.0999999999999996</c:v>
                </c:pt>
                <c:pt idx="10">
                  <c:v>3.8</c:v>
                </c:pt>
                <c:pt idx="11">
                  <c:v>3.6</c:v>
                </c:pt>
                <c:pt idx="12">
                  <c:v>3.8</c:v>
                </c:pt>
                <c:pt idx="13">
                  <c:v>4.5999999999999996</c:v>
                </c:pt>
                <c:pt idx="14">
                  <c:v>4.5999999999999996</c:v>
                </c:pt>
                <c:pt idx="15">
                  <c:v>4.9000000000000004</c:v>
                </c:pt>
                <c:pt idx="16">
                  <c:v>4.8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Sheet1!$F$2:$F$18</c:f>
              <c:numCache>
                <c:formatCode>0.0</c:formatCode>
                <c:ptCount val="17"/>
                <c:pt idx="0">
                  <c:v>2.1</c:v>
                </c:pt>
                <c:pt idx="1">
                  <c:v>1.3</c:v>
                </c:pt>
                <c:pt idx="2">
                  <c:v>1.5</c:v>
                </c:pt>
                <c:pt idx="3">
                  <c:v>0.7</c:v>
                </c:pt>
                <c:pt idx="4">
                  <c:v>1.3</c:v>
                </c:pt>
                <c:pt idx="5">
                  <c:v>1.6</c:v>
                </c:pt>
                <c:pt idx="6">
                  <c:v>2</c:v>
                </c:pt>
                <c:pt idx="7">
                  <c:v>1.5</c:v>
                </c:pt>
                <c:pt idx="8">
                  <c:v>1.4</c:v>
                </c:pt>
                <c:pt idx="9">
                  <c:v>1.3</c:v>
                </c:pt>
                <c:pt idx="10">
                  <c:v>1.3</c:v>
                </c:pt>
                <c:pt idx="11">
                  <c:v>1</c:v>
                </c:pt>
                <c:pt idx="12">
                  <c:v>0.9</c:v>
                </c:pt>
                <c:pt idx="13">
                  <c:v>0.8</c:v>
                </c:pt>
                <c:pt idx="14">
                  <c:v>0.8</c:v>
                </c:pt>
                <c:pt idx="15">
                  <c:v>0.7</c:v>
                </c:pt>
                <c:pt idx="16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Sheet1!$G$2:$G$18</c:f>
              <c:numCache>
                <c:formatCode>0.0</c:formatCode>
                <c:ptCount val="17"/>
                <c:pt idx="0">
                  <c:v>7.8</c:v>
                </c:pt>
                <c:pt idx="1">
                  <c:v>8.3000000000000007</c:v>
                </c:pt>
                <c:pt idx="2">
                  <c:v>8.4</c:v>
                </c:pt>
                <c:pt idx="3">
                  <c:v>7.8</c:v>
                </c:pt>
                <c:pt idx="4">
                  <c:v>7.2</c:v>
                </c:pt>
                <c:pt idx="5">
                  <c:v>7.5</c:v>
                </c:pt>
                <c:pt idx="6">
                  <c:v>7.3</c:v>
                </c:pt>
                <c:pt idx="7">
                  <c:v>8.1</c:v>
                </c:pt>
                <c:pt idx="8">
                  <c:v>8.6</c:v>
                </c:pt>
                <c:pt idx="9">
                  <c:v>8.1</c:v>
                </c:pt>
                <c:pt idx="10">
                  <c:v>7.5</c:v>
                </c:pt>
                <c:pt idx="11">
                  <c:v>7.6</c:v>
                </c:pt>
                <c:pt idx="12">
                  <c:v>6.3</c:v>
                </c:pt>
                <c:pt idx="13">
                  <c:v>7.8</c:v>
                </c:pt>
                <c:pt idx="14">
                  <c:v>7.7</c:v>
                </c:pt>
                <c:pt idx="15">
                  <c:v>7.3</c:v>
                </c:pt>
                <c:pt idx="16">
                  <c:v>7.3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Sheet1!$B$2:$B$18</c:f>
              <c:numCache>
                <c:formatCode>0.0</c:formatCode>
                <c:ptCount val="17"/>
                <c:pt idx="0">
                  <c:v>46.3</c:v>
                </c:pt>
                <c:pt idx="1">
                  <c:v>44.7</c:v>
                </c:pt>
                <c:pt idx="2">
                  <c:v>47.5</c:v>
                </c:pt>
                <c:pt idx="3">
                  <c:v>49.4</c:v>
                </c:pt>
                <c:pt idx="4">
                  <c:v>47.6</c:v>
                </c:pt>
                <c:pt idx="5">
                  <c:v>46.6</c:v>
                </c:pt>
                <c:pt idx="6">
                  <c:v>47.1</c:v>
                </c:pt>
                <c:pt idx="7">
                  <c:v>45</c:v>
                </c:pt>
                <c:pt idx="8">
                  <c:v>44.1</c:v>
                </c:pt>
                <c:pt idx="9">
                  <c:v>44.3</c:v>
                </c:pt>
                <c:pt idx="10">
                  <c:v>45.2</c:v>
                </c:pt>
                <c:pt idx="11">
                  <c:v>46</c:v>
                </c:pt>
                <c:pt idx="12">
                  <c:v>46</c:v>
                </c:pt>
                <c:pt idx="13">
                  <c:v>45.8</c:v>
                </c:pt>
                <c:pt idx="14">
                  <c:v>45.9</c:v>
                </c:pt>
                <c:pt idx="15">
                  <c:v>45.7</c:v>
                </c:pt>
                <c:pt idx="16">
                  <c:v>46.7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Sheet1!$C$2:$C$18</c:f>
              <c:numCache>
                <c:formatCode>0.0</c:formatCode>
                <c:ptCount val="17"/>
                <c:pt idx="0">
                  <c:v>38.700000000000003</c:v>
                </c:pt>
                <c:pt idx="1">
                  <c:v>39.5</c:v>
                </c:pt>
                <c:pt idx="2">
                  <c:v>38.1</c:v>
                </c:pt>
                <c:pt idx="3">
                  <c:v>37.1</c:v>
                </c:pt>
                <c:pt idx="4">
                  <c:v>38.200000000000003</c:v>
                </c:pt>
                <c:pt idx="5">
                  <c:v>39.299999999999997</c:v>
                </c:pt>
                <c:pt idx="6">
                  <c:v>36.5</c:v>
                </c:pt>
                <c:pt idx="7">
                  <c:v>38.200000000000003</c:v>
                </c:pt>
                <c:pt idx="8">
                  <c:v>38.6</c:v>
                </c:pt>
                <c:pt idx="9">
                  <c:v>38.9</c:v>
                </c:pt>
                <c:pt idx="10">
                  <c:v>38.4</c:v>
                </c:pt>
                <c:pt idx="11">
                  <c:v>38.1</c:v>
                </c:pt>
                <c:pt idx="12">
                  <c:v>38.1</c:v>
                </c:pt>
                <c:pt idx="13">
                  <c:v>36.700000000000003</c:v>
                </c:pt>
                <c:pt idx="14">
                  <c:v>36.5</c:v>
                </c:pt>
                <c:pt idx="15">
                  <c:v>36.200000000000003</c:v>
                </c:pt>
                <c:pt idx="16">
                  <c:v>35.5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Sheet1!$D$2:$D$18</c:f>
              <c:numCache>
                <c:formatCode>0.0</c:formatCode>
                <c:ptCount val="17"/>
                <c:pt idx="0">
                  <c:v>4.5999999999999996</c:v>
                </c:pt>
                <c:pt idx="1">
                  <c:v>3.8</c:v>
                </c:pt>
                <c:pt idx="2">
                  <c:v>3.4</c:v>
                </c:pt>
                <c:pt idx="3">
                  <c:v>3.6</c:v>
                </c:pt>
                <c:pt idx="4">
                  <c:v>5.0999999999999996</c:v>
                </c:pt>
                <c:pt idx="5">
                  <c:v>4.7</c:v>
                </c:pt>
                <c:pt idx="6">
                  <c:v>6.4</c:v>
                </c:pt>
                <c:pt idx="7">
                  <c:v>5.4</c:v>
                </c:pt>
                <c:pt idx="8">
                  <c:v>5</c:v>
                </c:pt>
                <c:pt idx="9">
                  <c:v>5</c:v>
                </c:pt>
                <c:pt idx="10">
                  <c:v>5.8</c:v>
                </c:pt>
                <c:pt idx="11">
                  <c:v>4.8</c:v>
                </c:pt>
                <c:pt idx="12">
                  <c:v>5.3</c:v>
                </c:pt>
                <c:pt idx="13">
                  <c:v>5.5</c:v>
                </c:pt>
                <c:pt idx="14">
                  <c:v>5.4</c:v>
                </c:pt>
                <c:pt idx="15">
                  <c:v>5.8</c:v>
                </c:pt>
                <c:pt idx="16">
                  <c:v>5.7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Sheet1!$E$2:$E$18</c:f>
              <c:numCache>
                <c:formatCode>0.0</c:formatCode>
                <c:ptCount val="17"/>
                <c:pt idx="0">
                  <c:v>2.2000000000000002</c:v>
                </c:pt>
                <c:pt idx="1">
                  <c:v>1.9</c:v>
                </c:pt>
                <c:pt idx="2">
                  <c:v>1.8</c:v>
                </c:pt>
                <c:pt idx="3">
                  <c:v>1.4</c:v>
                </c:pt>
                <c:pt idx="4">
                  <c:v>1.3</c:v>
                </c:pt>
                <c:pt idx="5">
                  <c:v>1.7</c:v>
                </c:pt>
                <c:pt idx="6">
                  <c:v>2</c:v>
                </c:pt>
                <c:pt idx="7">
                  <c:v>2.2999999999999998</c:v>
                </c:pt>
                <c:pt idx="8">
                  <c:v>2.2999999999999998</c:v>
                </c:pt>
                <c:pt idx="9">
                  <c:v>1.8</c:v>
                </c:pt>
                <c:pt idx="10">
                  <c:v>2</c:v>
                </c:pt>
                <c:pt idx="11">
                  <c:v>1.8</c:v>
                </c:pt>
                <c:pt idx="12">
                  <c:v>1.6</c:v>
                </c:pt>
                <c:pt idx="13">
                  <c:v>2.1</c:v>
                </c:pt>
                <c:pt idx="14">
                  <c:v>2.2000000000000002</c:v>
                </c:pt>
                <c:pt idx="15">
                  <c:v>2.2999999999999998</c:v>
                </c:pt>
                <c:pt idx="16">
                  <c:v>2.2999999999999998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Sheet1!$F$2:$F$18</c:f>
              <c:numCache>
                <c:formatCode>0.0</c:formatCode>
                <c:ptCount val="17"/>
                <c:pt idx="0">
                  <c:v>1.1000000000000001</c:v>
                </c:pt>
                <c:pt idx="1">
                  <c:v>1.9</c:v>
                </c:pt>
                <c:pt idx="2">
                  <c:v>1.3</c:v>
                </c:pt>
                <c:pt idx="3">
                  <c:v>1.6</c:v>
                </c:pt>
                <c:pt idx="4">
                  <c:v>1.2</c:v>
                </c:pt>
                <c:pt idx="5">
                  <c:v>1.1000000000000001</c:v>
                </c:pt>
                <c:pt idx="6">
                  <c:v>0.8</c:v>
                </c:pt>
                <c:pt idx="7">
                  <c:v>0.7</c:v>
                </c:pt>
                <c:pt idx="8">
                  <c:v>0.7</c:v>
                </c:pt>
                <c:pt idx="9">
                  <c:v>0.8</c:v>
                </c:pt>
                <c:pt idx="10">
                  <c:v>0.7</c:v>
                </c:pt>
                <c:pt idx="11">
                  <c:v>0.7</c:v>
                </c:pt>
                <c:pt idx="12">
                  <c:v>1</c:v>
                </c:pt>
                <c:pt idx="13">
                  <c:v>0.9</c:v>
                </c:pt>
                <c:pt idx="14">
                  <c:v>0.8</c:v>
                </c:pt>
                <c:pt idx="15">
                  <c:v>1</c:v>
                </c:pt>
                <c:pt idx="16">
                  <c:v>0.9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Sheet1!$G$2:$G$18</c:f>
              <c:numCache>
                <c:formatCode>0.0</c:formatCode>
                <c:ptCount val="17"/>
                <c:pt idx="0">
                  <c:v>7.1</c:v>
                </c:pt>
                <c:pt idx="1">
                  <c:v>8.1999999999999993</c:v>
                </c:pt>
                <c:pt idx="2">
                  <c:v>7.9</c:v>
                </c:pt>
                <c:pt idx="3">
                  <c:v>6.9</c:v>
                </c:pt>
                <c:pt idx="4">
                  <c:v>6.5</c:v>
                </c:pt>
                <c:pt idx="5">
                  <c:v>6.6</c:v>
                </c:pt>
                <c:pt idx="6">
                  <c:v>7.2</c:v>
                </c:pt>
                <c:pt idx="7">
                  <c:v>8.4</c:v>
                </c:pt>
                <c:pt idx="8">
                  <c:v>9.4</c:v>
                </c:pt>
                <c:pt idx="9">
                  <c:v>9.1</c:v>
                </c:pt>
                <c:pt idx="10">
                  <c:v>7.9</c:v>
                </c:pt>
                <c:pt idx="11">
                  <c:v>8.5</c:v>
                </c:pt>
                <c:pt idx="12">
                  <c:v>8</c:v>
                </c:pt>
                <c:pt idx="13">
                  <c:v>9</c:v>
                </c:pt>
                <c:pt idx="14">
                  <c:v>9.1</c:v>
                </c:pt>
                <c:pt idx="15">
                  <c:v>8.8000000000000007</c:v>
                </c:pt>
                <c:pt idx="16">
                  <c:v>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Sheet1!$B$2:$B$18</c:f>
              <c:numCache>
                <c:formatCode>0.0</c:formatCode>
                <c:ptCount val="17"/>
                <c:pt idx="0">
                  <c:v>43.7</c:v>
                </c:pt>
                <c:pt idx="1">
                  <c:v>44.8</c:v>
                </c:pt>
                <c:pt idx="2">
                  <c:v>46.9</c:v>
                </c:pt>
                <c:pt idx="3">
                  <c:v>49.9</c:v>
                </c:pt>
                <c:pt idx="4">
                  <c:v>46.3</c:v>
                </c:pt>
                <c:pt idx="5">
                  <c:v>46.4</c:v>
                </c:pt>
                <c:pt idx="6">
                  <c:v>47.5</c:v>
                </c:pt>
                <c:pt idx="7">
                  <c:v>45.1</c:v>
                </c:pt>
                <c:pt idx="8">
                  <c:v>43</c:v>
                </c:pt>
                <c:pt idx="9">
                  <c:v>43</c:v>
                </c:pt>
                <c:pt idx="10">
                  <c:v>43.2</c:v>
                </c:pt>
                <c:pt idx="11">
                  <c:v>45.6</c:v>
                </c:pt>
                <c:pt idx="12">
                  <c:v>45.8</c:v>
                </c:pt>
                <c:pt idx="13">
                  <c:v>44.9</c:v>
                </c:pt>
                <c:pt idx="14">
                  <c:v>45.2</c:v>
                </c:pt>
                <c:pt idx="15">
                  <c:v>46.5</c:v>
                </c:pt>
                <c:pt idx="16">
                  <c:v>47.4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Sheet1!$C$2:$C$18</c:f>
              <c:numCache>
                <c:formatCode>0.0</c:formatCode>
                <c:ptCount val="17"/>
                <c:pt idx="0">
                  <c:v>33</c:v>
                </c:pt>
                <c:pt idx="1">
                  <c:v>32.799999999999997</c:v>
                </c:pt>
                <c:pt idx="2">
                  <c:v>31.8</c:v>
                </c:pt>
                <c:pt idx="3">
                  <c:v>28.6</c:v>
                </c:pt>
                <c:pt idx="4">
                  <c:v>30.3</c:v>
                </c:pt>
                <c:pt idx="5">
                  <c:v>32.9</c:v>
                </c:pt>
                <c:pt idx="6">
                  <c:v>31.1</c:v>
                </c:pt>
                <c:pt idx="7">
                  <c:v>31.8</c:v>
                </c:pt>
                <c:pt idx="8">
                  <c:v>32.200000000000003</c:v>
                </c:pt>
                <c:pt idx="9">
                  <c:v>32.9</c:v>
                </c:pt>
                <c:pt idx="10">
                  <c:v>32.200000000000003</c:v>
                </c:pt>
                <c:pt idx="11">
                  <c:v>30.8</c:v>
                </c:pt>
                <c:pt idx="12">
                  <c:v>30.9</c:v>
                </c:pt>
                <c:pt idx="13">
                  <c:v>29.9</c:v>
                </c:pt>
                <c:pt idx="14">
                  <c:v>29.3</c:v>
                </c:pt>
                <c:pt idx="15">
                  <c:v>28.2</c:v>
                </c:pt>
                <c:pt idx="16">
                  <c:v>27.3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Sheet1!$D$2:$D$18</c:f>
              <c:numCache>
                <c:formatCode>0.0</c:formatCode>
                <c:ptCount val="17"/>
                <c:pt idx="0">
                  <c:v>8</c:v>
                </c:pt>
                <c:pt idx="1">
                  <c:v>7.1</c:v>
                </c:pt>
                <c:pt idx="2">
                  <c:v>7</c:v>
                </c:pt>
                <c:pt idx="3">
                  <c:v>6.7</c:v>
                </c:pt>
                <c:pt idx="4">
                  <c:v>7.5</c:v>
                </c:pt>
                <c:pt idx="5">
                  <c:v>7</c:v>
                </c:pt>
                <c:pt idx="6">
                  <c:v>6.9</c:v>
                </c:pt>
                <c:pt idx="7">
                  <c:v>7.6</c:v>
                </c:pt>
                <c:pt idx="8">
                  <c:v>7.4</c:v>
                </c:pt>
                <c:pt idx="9">
                  <c:v>6.7</c:v>
                </c:pt>
                <c:pt idx="10">
                  <c:v>7.3</c:v>
                </c:pt>
                <c:pt idx="11">
                  <c:v>6.5</c:v>
                </c:pt>
                <c:pt idx="12">
                  <c:v>6.3</c:v>
                </c:pt>
                <c:pt idx="13">
                  <c:v>6.4</c:v>
                </c:pt>
                <c:pt idx="14">
                  <c:v>6.5</c:v>
                </c:pt>
                <c:pt idx="15">
                  <c:v>6.4</c:v>
                </c:pt>
                <c:pt idx="16">
                  <c:v>6.4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Sheet1!$E$2:$E$18</c:f>
              <c:numCache>
                <c:formatCode>0.0</c:formatCode>
                <c:ptCount val="17"/>
                <c:pt idx="0">
                  <c:v>3</c:v>
                </c:pt>
                <c:pt idx="1">
                  <c:v>2.6</c:v>
                </c:pt>
                <c:pt idx="2">
                  <c:v>1.9</c:v>
                </c:pt>
                <c:pt idx="3">
                  <c:v>3.4</c:v>
                </c:pt>
                <c:pt idx="4">
                  <c:v>4.3</c:v>
                </c:pt>
                <c:pt idx="5">
                  <c:v>3.9</c:v>
                </c:pt>
                <c:pt idx="6">
                  <c:v>4.5</c:v>
                </c:pt>
                <c:pt idx="7">
                  <c:v>4.0999999999999996</c:v>
                </c:pt>
                <c:pt idx="8">
                  <c:v>4.7</c:v>
                </c:pt>
                <c:pt idx="9">
                  <c:v>4</c:v>
                </c:pt>
                <c:pt idx="10">
                  <c:v>3.2</c:v>
                </c:pt>
                <c:pt idx="11">
                  <c:v>3.7</c:v>
                </c:pt>
                <c:pt idx="12">
                  <c:v>3.9</c:v>
                </c:pt>
                <c:pt idx="13">
                  <c:v>4</c:v>
                </c:pt>
                <c:pt idx="14">
                  <c:v>4.2</c:v>
                </c:pt>
                <c:pt idx="15">
                  <c:v>4.0999999999999996</c:v>
                </c:pt>
                <c:pt idx="16">
                  <c:v>4.4000000000000004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Sheet1!$F$2:$F$18</c:f>
              <c:numCache>
                <c:formatCode>0.0</c:formatCode>
                <c:ptCount val="17"/>
                <c:pt idx="0">
                  <c:v>1.9</c:v>
                </c:pt>
                <c:pt idx="1">
                  <c:v>1.4</c:v>
                </c:pt>
                <c:pt idx="2">
                  <c:v>1.2</c:v>
                </c:pt>
                <c:pt idx="3">
                  <c:v>0.7</c:v>
                </c:pt>
                <c:pt idx="4">
                  <c:v>1</c:v>
                </c:pt>
                <c:pt idx="5">
                  <c:v>1.2</c:v>
                </c:pt>
                <c:pt idx="6">
                  <c:v>0.8</c:v>
                </c:pt>
                <c:pt idx="7">
                  <c:v>1</c:v>
                </c:pt>
                <c:pt idx="8">
                  <c:v>1.2</c:v>
                </c:pt>
                <c:pt idx="9">
                  <c:v>1.3</c:v>
                </c:pt>
                <c:pt idx="10">
                  <c:v>1.4</c:v>
                </c:pt>
                <c:pt idx="11">
                  <c:v>1.3</c:v>
                </c:pt>
                <c:pt idx="12">
                  <c:v>1.6</c:v>
                </c:pt>
                <c:pt idx="13">
                  <c:v>1.6</c:v>
                </c:pt>
                <c:pt idx="14">
                  <c:v>1.5</c:v>
                </c:pt>
                <c:pt idx="15">
                  <c:v>1.5</c:v>
                </c:pt>
                <c:pt idx="16">
                  <c:v>1.4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m/d/yyyy</c:formatCode>
                <c:ptCount val="17"/>
                <c:pt idx="0">
                  <c:v>45948</c:v>
                </c:pt>
                <c:pt idx="1">
                  <c:v>45950</c:v>
                </c:pt>
                <c:pt idx="2">
                  <c:v>45951</c:v>
                </c:pt>
                <c:pt idx="3">
                  <c:v>45952</c:v>
                </c:pt>
                <c:pt idx="4">
                  <c:v>45953</c:v>
                </c:pt>
                <c:pt idx="5">
                  <c:v>45954</c:v>
                </c:pt>
                <c:pt idx="6">
                  <c:v>45955</c:v>
                </c:pt>
                <c:pt idx="7">
                  <c:v>45956</c:v>
                </c:pt>
                <c:pt idx="8">
                  <c:v>45957</c:v>
                </c:pt>
                <c:pt idx="9">
                  <c:v>45958</c:v>
                </c:pt>
                <c:pt idx="10">
                  <c:v>45959</c:v>
                </c:pt>
                <c:pt idx="11">
                  <c:v>45960</c:v>
                </c:pt>
                <c:pt idx="12">
                  <c:v>45961</c:v>
                </c:pt>
                <c:pt idx="13">
                  <c:v>45962</c:v>
                </c:pt>
                <c:pt idx="14">
                  <c:v>45963</c:v>
                </c:pt>
                <c:pt idx="15">
                  <c:v>45964</c:v>
                </c:pt>
                <c:pt idx="16">
                  <c:v>45965</c:v>
                </c:pt>
              </c:numCache>
            </c:numRef>
          </c:cat>
          <c:val>
            <c:numRef>
              <c:f>Sheet1!$G$2:$G$18</c:f>
              <c:numCache>
                <c:formatCode>0.0</c:formatCode>
                <c:ptCount val="17"/>
                <c:pt idx="0">
                  <c:v>10.4</c:v>
                </c:pt>
                <c:pt idx="1">
                  <c:v>11.4</c:v>
                </c:pt>
                <c:pt idx="2">
                  <c:v>11.1</c:v>
                </c:pt>
                <c:pt idx="3">
                  <c:v>10.7</c:v>
                </c:pt>
                <c:pt idx="4">
                  <c:v>10.5</c:v>
                </c:pt>
                <c:pt idx="5">
                  <c:v>8.6</c:v>
                </c:pt>
                <c:pt idx="6">
                  <c:v>9.1999999999999993</c:v>
                </c:pt>
                <c:pt idx="7">
                  <c:v>10.3</c:v>
                </c:pt>
                <c:pt idx="8">
                  <c:v>11.5</c:v>
                </c:pt>
                <c:pt idx="9">
                  <c:v>12.1</c:v>
                </c:pt>
                <c:pt idx="10">
                  <c:v>12.8</c:v>
                </c:pt>
                <c:pt idx="11">
                  <c:v>12.1</c:v>
                </c:pt>
                <c:pt idx="12">
                  <c:v>11.6</c:v>
                </c:pt>
                <c:pt idx="13">
                  <c:v>13.1</c:v>
                </c:pt>
                <c:pt idx="14">
                  <c:v>13.2</c:v>
                </c:pt>
                <c:pt idx="15">
                  <c:v>13.3</c:v>
                </c:pt>
                <c:pt idx="16">
                  <c:v>13.1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1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sz="1400" b="1" dirty="0"/>
              <a:t>Top</a:t>
            </a:r>
            <a:r>
              <a:rPr lang="en-US" sz="1400" b="1" baseline="0" dirty="0"/>
              <a:t> Reasons for Choosing AITC</a:t>
            </a:r>
            <a:endParaRPr lang="en-US" sz="1400" b="1" dirty="0"/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1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</c:v>
                </c:pt>
              </c:strCache>
            </c:strRef>
          </c:tx>
          <c:spPr>
            <a:gradFill>
              <a:gsLst>
                <a:gs pos="0">
                  <a:schemeClr val="accent6"/>
                </a:gs>
                <a:gs pos="100000">
                  <a:schemeClr val="accent6">
                    <a:lumMod val="50000"/>
                  </a:schemeClr>
                </a:gs>
              </a:gsLst>
              <a:lin ang="5400000" scaled="1"/>
            </a:gra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Beneficial to Bengal</c:v>
                </c:pt>
                <c:pt idx="1">
                  <c:v>Good Overall Performance</c:v>
                </c:pt>
                <c:pt idx="2">
                  <c:v>Delivered on Promises</c:v>
                </c:pt>
              </c:strCache>
            </c:strRef>
          </c:cat>
          <c:val>
            <c:numRef>
              <c:f>Sheet1!$B$2:$B$4</c:f>
              <c:numCache>
                <c:formatCode>0.0</c:formatCode>
                <c:ptCount val="3"/>
                <c:pt idx="0">
                  <c:v>43.8</c:v>
                </c:pt>
                <c:pt idx="1">
                  <c:v>34.1</c:v>
                </c:pt>
                <c:pt idx="2">
                  <c:v>26.3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D9F-47F9-82BB-B4A97844686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636226112"/>
        <c:axId val="636225152"/>
      </c:barChart>
      <c:catAx>
        <c:axId val="63622611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36225152"/>
        <c:crosses val="autoZero"/>
        <c:auto val="1"/>
        <c:lblAlgn val="ctr"/>
        <c:lblOffset val="100"/>
        <c:noMultiLvlLbl val="0"/>
      </c:catAx>
      <c:valAx>
        <c:axId val="636225152"/>
        <c:scaling>
          <c:orientation val="minMax"/>
          <c:max val="50"/>
        </c:scaling>
        <c:delete val="1"/>
        <c:axPos val="l"/>
        <c:numFmt formatCode="0.0" sourceLinked="1"/>
        <c:majorTickMark val="out"/>
        <c:minorTickMark val="none"/>
        <c:tickLblPos val="nextTo"/>
        <c:crossAx val="63622611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1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sz="1400" b="1" dirty="0"/>
              <a:t>Top</a:t>
            </a:r>
            <a:r>
              <a:rPr lang="en-US" sz="1400" b="1" baseline="0" dirty="0"/>
              <a:t> Reasons for Choosing BJP</a:t>
            </a:r>
            <a:endParaRPr lang="en-US" sz="1400" b="1" dirty="0"/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1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</c:v>
                </c:pt>
              </c:strCache>
            </c:strRef>
          </c:tx>
          <c:spPr>
            <a:gradFill flip="none" rotWithShape="1">
              <a:gsLst>
                <a:gs pos="100000">
                  <a:srgbClr val="FFC000"/>
                </a:gs>
                <a:gs pos="0">
                  <a:schemeClr val="accent2"/>
                </a:gs>
              </a:gsLst>
              <a:path path="circle">
                <a:fillToRect t="100000" r="100000"/>
              </a:path>
              <a:tileRect l="-100000" b="-100000"/>
            </a:gra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For Modi</c:v>
                </c:pt>
                <c:pt idx="1">
                  <c:v>Delivered on Promises at the Centre</c:v>
                </c:pt>
                <c:pt idx="2">
                  <c:v>Stable Govt. at the Centre</c:v>
                </c:pt>
              </c:strCache>
            </c:strRef>
          </c:cat>
          <c:val>
            <c:numRef>
              <c:f>Sheet1!$B$2:$B$4</c:f>
              <c:numCache>
                <c:formatCode>0.0</c:formatCode>
                <c:ptCount val="3"/>
                <c:pt idx="0">
                  <c:v>32.1</c:v>
                </c:pt>
                <c:pt idx="1">
                  <c:v>24.1</c:v>
                </c:pt>
                <c:pt idx="2">
                  <c:v>22.5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701-4D67-873C-EB9818C72F0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636226112"/>
        <c:axId val="636225152"/>
      </c:barChart>
      <c:catAx>
        <c:axId val="63622611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36225152"/>
        <c:crosses val="autoZero"/>
        <c:auto val="1"/>
        <c:lblAlgn val="ctr"/>
        <c:lblOffset val="100"/>
        <c:noMultiLvlLbl val="0"/>
      </c:catAx>
      <c:valAx>
        <c:axId val="636225152"/>
        <c:scaling>
          <c:orientation val="minMax"/>
          <c:max val="45"/>
        </c:scaling>
        <c:delete val="1"/>
        <c:axPos val="l"/>
        <c:numFmt formatCode="0.0" sourceLinked="1"/>
        <c:majorTickMark val="out"/>
        <c:minorTickMark val="none"/>
        <c:tickLblPos val="nextTo"/>
        <c:crossAx val="63622611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1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sz="1400" b="1" dirty="0"/>
              <a:t>Top</a:t>
            </a:r>
            <a:r>
              <a:rPr lang="en-US" sz="1400" b="1" baseline="0" dirty="0"/>
              <a:t> Reasons for Choosing AITC</a:t>
            </a:r>
            <a:endParaRPr lang="en-US" sz="1400" b="1" dirty="0"/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1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</c:v>
                </c:pt>
              </c:strCache>
            </c:strRef>
          </c:tx>
          <c:spPr>
            <a:gradFill>
              <a:gsLst>
                <a:gs pos="0">
                  <a:schemeClr val="accent6"/>
                </a:gs>
                <a:gs pos="100000">
                  <a:schemeClr val="accent6">
                    <a:lumMod val="50000"/>
                  </a:schemeClr>
                </a:gs>
              </a:gsLst>
              <a:lin ang="5400000" scaled="1"/>
            </a:gra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Beneficial to Bengal</c:v>
                </c:pt>
                <c:pt idx="1">
                  <c:v>Good Overall Performance</c:v>
                </c:pt>
                <c:pt idx="2">
                  <c:v>Delivered on Promises</c:v>
                </c:pt>
              </c:strCache>
            </c:strRef>
          </c:cat>
          <c:val>
            <c:numRef>
              <c:f>Sheet1!$B$2:$B$4</c:f>
              <c:numCache>
                <c:formatCode>0.0</c:formatCode>
                <c:ptCount val="3"/>
                <c:pt idx="0">
                  <c:v>43.5</c:v>
                </c:pt>
                <c:pt idx="1">
                  <c:v>34.5</c:v>
                </c:pt>
                <c:pt idx="2">
                  <c:v>28.2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D9F-47F9-82BB-B4A97844686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636226112"/>
        <c:axId val="636225152"/>
      </c:barChart>
      <c:catAx>
        <c:axId val="63622611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36225152"/>
        <c:crosses val="autoZero"/>
        <c:auto val="1"/>
        <c:lblAlgn val="ctr"/>
        <c:lblOffset val="100"/>
        <c:noMultiLvlLbl val="0"/>
      </c:catAx>
      <c:valAx>
        <c:axId val="636225152"/>
        <c:scaling>
          <c:orientation val="minMax"/>
          <c:max val="50"/>
        </c:scaling>
        <c:delete val="1"/>
        <c:axPos val="l"/>
        <c:numFmt formatCode="0.0" sourceLinked="1"/>
        <c:majorTickMark val="out"/>
        <c:minorTickMark val="none"/>
        <c:tickLblPos val="nextTo"/>
        <c:crossAx val="63622611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1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sz="1400" b="1" dirty="0"/>
              <a:t>Top</a:t>
            </a:r>
            <a:r>
              <a:rPr lang="en-US" sz="1400" b="1" baseline="0" dirty="0"/>
              <a:t> Reasons for Choosing BJP</a:t>
            </a:r>
            <a:endParaRPr lang="en-US" sz="1400" b="1" dirty="0"/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1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>
        <c:manualLayout>
          <c:layoutTarget val="inner"/>
          <c:xMode val="edge"/>
          <c:yMode val="edge"/>
          <c:x val="2.0454080589077522E-2"/>
          <c:y val="0.13771884035012549"/>
          <c:w val="0.95500102270402942"/>
          <c:h val="0.6755861694266547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</c:v>
                </c:pt>
              </c:strCache>
            </c:strRef>
          </c:tx>
          <c:spPr>
            <a:gradFill flip="none" rotWithShape="1">
              <a:gsLst>
                <a:gs pos="100000">
                  <a:srgbClr val="FFC000"/>
                </a:gs>
                <a:gs pos="0">
                  <a:schemeClr val="accent2"/>
                </a:gs>
              </a:gsLst>
              <a:path path="circle">
                <a:fillToRect t="100000" r="100000"/>
              </a:path>
              <a:tileRect l="-100000" b="-100000"/>
            </a:gra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For Modi</c:v>
                </c:pt>
                <c:pt idx="1">
                  <c:v>Delivered on Promises at the Centre</c:v>
                </c:pt>
                <c:pt idx="2">
                  <c:v>Stable Govt. at the Centre</c:v>
                </c:pt>
              </c:strCache>
            </c:strRef>
          </c:cat>
          <c:val>
            <c:numRef>
              <c:f>Sheet1!$B$2:$B$4</c:f>
              <c:numCache>
                <c:formatCode>0.0</c:formatCode>
                <c:ptCount val="3"/>
                <c:pt idx="0">
                  <c:v>34</c:v>
                </c:pt>
                <c:pt idx="1">
                  <c:v>26.3</c:v>
                </c:pt>
                <c:pt idx="2">
                  <c:v>25.9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701-4D67-873C-EB9818C72F0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636226112"/>
        <c:axId val="636225152"/>
      </c:barChart>
      <c:catAx>
        <c:axId val="63622611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36225152"/>
        <c:crosses val="autoZero"/>
        <c:auto val="1"/>
        <c:lblAlgn val="ctr"/>
        <c:lblOffset val="100"/>
        <c:noMultiLvlLbl val="0"/>
      </c:catAx>
      <c:valAx>
        <c:axId val="636225152"/>
        <c:scaling>
          <c:orientation val="minMax"/>
          <c:max val="45"/>
        </c:scaling>
        <c:delete val="1"/>
        <c:axPos val="l"/>
        <c:numFmt formatCode="0.0" sourceLinked="1"/>
        <c:majorTickMark val="out"/>
        <c:minorTickMark val="none"/>
        <c:tickLblPos val="nextTo"/>
        <c:crossAx val="63622611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1"/>
          <c:order val="1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Sheet1!$A$2:$A$16</c:f>
              <c:numCache>
                <c:formatCode>m/d/yyyy</c:formatCode>
                <c:ptCount val="15"/>
                <c:pt idx="0">
                  <c:v>45951</c:v>
                </c:pt>
                <c:pt idx="1">
                  <c:v>45952</c:v>
                </c:pt>
                <c:pt idx="2">
                  <c:v>45953</c:v>
                </c:pt>
                <c:pt idx="3">
                  <c:v>45954</c:v>
                </c:pt>
                <c:pt idx="4">
                  <c:v>45955</c:v>
                </c:pt>
                <c:pt idx="5">
                  <c:v>45956</c:v>
                </c:pt>
                <c:pt idx="6">
                  <c:v>45957</c:v>
                </c:pt>
                <c:pt idx="7">
                  <c:v>45958</c:v>
                </c:pt>
                <c:pt idx="8">
                  <c:v>45959</c:v>
                </c:pt>
                <c:pt idx="9">
                  <c:v>45960</c:v>
                </c:pt>
                <c:pt idx="10">
                  <c:v>45961</c:v>
                </c:pt>
                <c:pt idx="11">
                  <c:v>45962</c:v>
                </c:pt>
                <c:pt idx="12">
                  <c:v>45963</c:v>
                </c:pt>
                <c:pt idx="13">
                  <c:v>45964</c:v>
                </c:pt>
                <c:pt idx="14">
                  <c:v>45965</c:v>
                </c:pt>
              </c:numCache>
            </c:numRef>
          </c:cat>
          <c:val>
            <c:numRef>
              <c:f>Sheet1!$B$2:$B$16</c:f>
              <c:numCache>
                <c:formatCode>General</c:formatCode>
                <c:ptCount val="15"/>
                <c:pt idx="0">
                  <c:v>41.6</c:v>
                </c:pt>
                <c:pt idx="1">
                  <c:v>41.2</c:v>
                </c:pt>
                <c:pt idx="2" formatCode="0.0">
                  <c:v>39.5</c:v>
                </c:pt>
                <c:pt idx="3" formatCode="0.0">
                  <c:v>40.200000000000003</c:v>
                </c:pt>
                <c:pt idx="4" formatCode="0.0">
                  <c:v>40.5</c:v>
                </c:pt>
                <c:pt idx="5" formatCode="0.0">
                  <c:v>39.200000000000003</c:v>
                </c:pt>
                <c:pt idx="6" formatCode="0.0">
                  <c:v>39.700000000000003</c:v>
                </c:pt>
                <c:pt idx="7">
                  <c:v>39.299999999999997</c:v>
                </c:pt>
                <c:pt idx="8" formatCode="0.0">
                  <c:v>38.799999999999997</c:v>
                </c:pt>
                <c:pt idx="9" formatCode="0.0">
                  <c:v>38.5</c:v>
                </c:pt>
                <c:pt idx="10" formatCode="0.0">
                  <c:v>38.4</c:v>
                </c:pt>
                <c:pt idx="11" formatCode="0.0">
                  <c:v>36.700000000000003</c:v>
                </c:pt>
                <c:pt idx="12" formatCode="0.0">
                  <c:v>36.799999999999997</c:v>
                </c:pt>
                <c:pt idx="13" formatCode="0.0">
                  <c:v>36.799999999999997</c:v>
                </c:pt>
                <c:pt idx="14" formatCode="0.0">
                  <c:v>37.299999999999997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Sheet1!$A$2:$A$16</c:f>
              <c:numCache>
                <c:formatCode>m/d/yyyy</c:formatCode>
                <c:ptCount val="15"/>
                <c:pt idx="0">
                  <c:v>45951</c:v>
                </c:pt>
                <c:pt idx="1">
                  <c:v>45952</c:v>
                </c:pt>
                <c:pt idx="2">
                  <c:v>45953</c:v>
                </c:pt>
                <c:pt idx="3">
                  <c:v>45954</c:v>
                </c:pt>
                <c:pt idx="4">
                  <c:v>45955</c:v>
                </c:pt>
                <c:pt idx="5">
                  <c:v>45956</c:v>
                </c:pt>
                <c:pt idx="6">
                  <c:v>45957</c:v>
                </c:pt>
                <c:pt idx="7">
                  <c:v>45958</c:v>
                </c:pt>
                <c:pt idx="8">
                  <c:v>45959</c:v>
                </c:pt>
                <c:pt idx="9">
                  <c:v>45960</c:v>
                </c:pt>
                <c:pt idx="10">
                  <c:v>45961</c:v>
                </c:pt>
                <c:pt idx="11">
                  <c:v>45962</c:v>
                </c:pt>
                <c:pt idx="12">
                  <c:v>45963</c:v>
                </c:pt>
                <c:pt idx="13">
                  <c:v>45964</c:v>
                </c:pt>
                <c:pt idx="14">
                  <c:v>45965</c:v>
                </c:pt>
              </c:numCache>
            </c:numRef>
          </c:cat>
          <c:val>
            <c:numRef>
              <c:f>Sheet1!$C$2:$C$16</c:f>
              <c:numCache>
                <c:formatCode>General</c:formatCode>
                <c:ptCount val="15"/>
                <c:pt idx="0">
                  <c:v>46.7</c:v>
                </c:pt>
                <c:pt idx="1">
                  <c:v>50.6</c:v>
                </c:pt>
                <c:pt idx="2" formatCode="0.0">
                  <c:v>51.4</c:v>
                </c:pt>
                <c:pt idx="3" formatCode="0.0">
                  <c:v>50.1</c:v>
                </c:pt>
                <c:pt idx="4" formatCode="0.0">
                  <c:v>48.5</c:v>
                </c:pt>
                <c:pt idx="5" formatCode="0.0">
                  <c:v>48.7</c:v>
                </c:pt>
                <c:pt idx="6" formatCode="0.0">
                  <c:v>48.8</c:v>
                </c:pt>
                <c:pt idx="7">
                  <c:v>48.8</c:v>
                </c:pt>
                <c:pt idx="8" formatCode="0.0">
                  <c:v>48.3</c:v>
                </c:pt>
                <c:pt idx="9" formatCode="0.0">
                  <c:v>48.4</c:v>
                </c:pt>
                <c:pt idx="10" formatCode="0.0">
                  <c:v>47.9</c:v>
                </c:pt>
                <c:pt idx="11" formatCode="0.0">
                  <c:v>48</c:v>
                </c:pt>
                <c:pt idx="12" formatCode="0.0">
                  <c:v>47.9</c:v>
                </c:pt>
                <c:pt idx="13" formatCode="0.0">
                  <c:v>47.6</c:v>
                </c:pt>
                <c:pt idx="14" formatCode="0.0">
                  <c:v>47.4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Sheet1!$A$2:$A$16</c:f>
              <c:numCache>
                <c:formatCode>m/d/yyyy</c:formatCode>
                <c:ptCount val="15"/>
                <c:pt idx="0">
                  <c:v>45951</c:v>
                </c:pt>
                <c:pt idx="1">
                  <c:v>45952</c:v>
                </c:pt>
                <c:pt idx="2">
                  <c:v>45953</c:v>
                </c:pt>
                <c:pt idx="3">
                  <c:v>45954</c:v>
                </c:pt>
                <c:pt idx="4">
                  <c:v>45955</c:v>
                </c:pt>
                <c:pt idx="5">
                  <c:v>45956</c:v>
                </c:pt>
                <c:pt idx="6">
                  <c:v>45957</c:v>
                </c:pt>
                <c:pt idx="7">
                  <c:v>45958</c:v>
                </c:pt>
                <c:pt idx="8">
                  <c:v>45959</c:v>
                </c:pt>
                <c:pt idx="9">
                  <c:v>45960</c:v>
                </c:pt>
                <c:pt idx="10">
                  <c:v>45961</c:v>
                </c:pt>
                <c:pt idx="11">
                  <c:v>45962</c:v>
                </c:pt>
                <c:pt idx="12">
                  <c:v>45963</c:v>
                </c:pt>
                <c:pt idx="13">
                  <c:v>45964</c:v>
                </c:pt>
                <c:pt idx="14">
                  <c:v>45965</c:v>
                </c:pt>
              </c:numCache>
            </c:numRef>
          </c:cat>
          <c:val>
            <c:numRef>
              <c:f>Sheet1!$D$2:$D$16</c:f>
              <c:numCache>
                <c:formatCode>General</c:formatCode>
                <c:ptCount val="15"/>
                <c:pt idx="0">
                  <c:v>4.0999999999999996</c:v>
                </c:pt>
                <c:pt idx="1">
                  <c:v>2.2000000000000002</c:v>
                </c:pt>
                <c:pt idx="2" formatCode="0.0">
                  <c:v>2.2000000000000002</c:v>
                </c:pt>
                <c:pt idx="3" formatCode="0.0">
                  <c:v>2.1</c:v>
                </c:pt>
                <c:pt idx="4" formatCode="0.0">
                  <c:v>1.2</c:v>
                </c:pt>
                <c:pt idx="5" formatCode="0.0">
                  <c:v>1.5</c:v>
                </c:pt>
                <c:pt idx="6" formatCode="0.0">
                  <c:v>1.5</c:v>
                </c:pt>
                <c:pt idx="7">
                  <c:v>1.5</c:v>
                </c:pt>
                <c:pt idx="8" formatCode="0.0">
                  <c:v>1.6</c:v>
                </c:pt>
                <c:pt idx="9" formatCode="0.0">
                  <c:v>1.5</c:v>
                </c:pt>
                <c:pt idx="10" formatCode="0.0">
                  <c:v>1.5</c:v>
                </c:pt>
                <c:pt idx="11" formatCode="0.0">
                  <c:v>1.5</c:v>
                </c:pt>
                <c:pt idx="12" formatCode="0.0">
                  <c:v>1.5</c:v>
                </c:pt>
                <c:pt idx="13" formatCode="0.0">
                  <c:v>1.5</c:v>
                </c:pt>
                <c:pt idx="14" formatCode="0.0">
                  <c:v>1.4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Sheet1!$A$2:$A$16</c:f>
              <c:numCache>
                <c:formatCode>m/d/yyyy</c:formatCode>
                <c:ptCount val="15"/>
                <c:pt idx="0">
                  <c:v>45951</c:v>
                </c:pt>
                <c:pt idx="1">
                  <c:v>45952</c:v>
                </c:pt>
                <c:pt idx="2">
                  <c:v>45953</c:v>
                </c:pt>
                <c:pt idx="3">
                  <c:v>45954</c:v>
                </c:pt>
                <c:pt idx="4">
                  <c:v>45955</c:v>
                </c:pt>
                <c:pt idx="5">
                  <c:v>45956</c:v>
                </c:pt>
                <c:pt idx="6">
                  <c:v>45957</c:v>
                </c:pt>
                <c:pt idx="7">
                  <c:v>45958</c:v>
                </c:pt>
                <c:pt idx="8">
                  <c:v>45959</c:v>
                </c:pt>
                <c:pt idx="9">
                  <c:v>45960</c:v>
                </c:pt>
                <c:pt idx="10">
                  <c:v>45961</c:v>
                </c:pt>
                <c:pt idx="11">
                  <c:v>45962</c:v>
                </c:pt>
                <c:pt idx="12">
                  <c:v>45963</c:v>
                </c:pt>
                <c:pt idx="13">
                  <c:v>45964</c:v>
                </c:pt>
                <c:pt idx="14">
                  <c:v>45965</c:v>
                </c:pt>
              </c:numCache>
            </c:numRef>
          </c:cat>
          <c:val>
            <c:numRef>
              <c:f>Sheet1!$E$2:$E$16</c:f>
              <c:numCache>
                <c:formatCode>General</c:formatCode>
                <c:ptCount val="15"/>
                <c:pt idx="0">
                  <c:v>0.6</c:v>
                </c:pt>
                <c:pt idx="1">
                  <c:v>0.7</c:v>
                </c:pt>
                <c:pt idx="2" formatCode="0.0">
                  <c:v>0.7</c:v>
                </c:pt>
                <c:pt idx="3" formatCode="0.0">
                  <c:v>0.4</c:v>
                </c:pt>
                <c:pt idx="4" formatCode="0.0">
                  <c:v>0.5</c:v>
                </c:pt>
                <c:pt idx="5" formatCode="0.0">
                  <c:v>1.1000000000000001</c:v>
                </c:pt>
                <c:pt idx="6" formatCode="0.0">
                  <c:v>0.6</c:v>
                </c:pt>
                <c:pt idx="7">
                  <c:v>0.7</c:v>
                </c:pt>
                <c:pt idx="8" formatCode="0.0">
                  <c:v>1.4</c:v>
                </c:pt>
                <c:pt idx="9" formatCode="0.0">
                  <c:v>1.9</c:v>
                </c:pt>
                <c:pt idx="10" formatCode="0.0">
                  <c:v>2.2999999999999998</c:v>
                </c:pt>
                <c:pt idx="11" formatCode="0.0">
                  <c:v>2.1</c:v>
                </c:pt>
                <c:pt idx="12" formatCode="0.0">
                  <c:v>2</c:v>
                </c:pt>
                <c:pt idx="13" formatCode="0.0">
                  <c:v>1.8</c:v>
                </c:pt>
                <c:pt idx="14" formatCode="0.0">
                  <c:v>1.8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Sheet1!$A$2:$A$16</c:f>
              <c:numCache>
                <c:formatCode>m/d/yyyy</c:formatCode>
                <c:ptCount val="15"/>
                <c:pt idx="0">
                  <c:v>45951</c:v>
                </c:pt>
                <c:pt idx="1">
                  <c:v>45952</c:v>
                </c:pt>
                <c:pt idx="2">
                  <c:v>45953</c:v>
                </c:pt>
                <c:pt idx="3">
                  <c:v>45954</c:v>
                </c:pt>
                <c:pt idx="4">
                  <c:v>45955</c:v>
                </c:pt>
                <c:pt idx="5">
                  <c:v>45956</c:v>
                </c:pt>
                <c:pt idx="6">
                  <c:v>45957</c:v>
                </c:pt>
                <c:pt idx="7">
                  <c:v>45958</c:v>
                </c:pt>
                <c:pt idx="8">
                  <c:v>45959</c:v>
                </c:pt>
                <c:pt idx="9">
                  <c:v>45960</c:v>
                </c:pt>
                <c:pt idx="10">
                  <c:v>45961</c:v>
                </c:pt>
                <c:pt idx="11">
                  <c:v>45962</c:v>
                </c:pt>
                <c:pt idx="12">
                  <c:v>45963</c:v>
                </c:pt>
                <c:pt idx="13">
                  <c:v>45964</c:v>
                </c:pt>
                <c:pt idx="14">
                  <c:v>45965</c:v>
                </c:pt>
              </c:numCache>
            </c:numRef>
          </c:cat>
          <c:val>
            <c:numRef>
              <c:f>Sheet1!$F$2:$F$16</c:f>
              <c:numCache>
                <c:formatCode>General</c:formatCode>
                <c:ptCount val="15"/>
                <c:pt idx="0">
                  <c:v>2.6</c:v>
                </c:pt>
                <c:pt idx="1">
                  <c:v>0.6</c:v>
                </c:pt>
                <c:pt idx="2" formatCode="0.0">
                  <c:v>1</c:v>
                </c:pt>
                <c:pt idx="3" formatCode="0.0">
                  <c:v>1.4</c:v>
                </c:pt>
                <c:pt idx="4" formatCode="0.0">
                  <c:v>1.9</c:v>
                </c:pt>
                <c:pt idx="5" formatCode="0.0">
                  <c:v>2.1</c:v>
                </c:pt>
                <c:pt idx="6" formatCode="0.0">
                  <c:v>2</c:v>
                </c:pt>
                <c:pt idx="7">
                  <c:v>2.2999999999999998</c:v>
                </c:pt>
                <c:pt idx="8" formatCode="0.0">
                  <c:v>2.5</c:v>
                </c:pt>
                <c:pt idx="9" formatCode="0.0">
                  <c:v>2.1</c:v>
                </c:pt>
                <c:pt idx="10" formatCode="0.0">
                  <c:v>2.2000000000000002</c:v>
                </c:pt>
                <c:pt idx="11" formatCode="0.0">
                  <c:v>3.7</c:v>
                </c:pt>
                <c:pt idx="12" formatCode="0.0">
                  <c:v>3.6</c:v>
                </c:pt>
                <c:pt idx="13" formatCode="0.0">
                  <c:v>3.3</c:v>
                </c:pt>
                <c:pt idx="14" formatCode="0.0">
                  <c:v>3.3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ser>
          <c:idx val="6"/>
          <c:order val="6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Sheet1!$A$2:$A$16</c:f>
              <c:numCache>
                <c:formatCode>m/d/yyyy</c:formatCode>
                <c:ptCount val="15"/>
                <c:pt idx="0">
                  <c:v>45951</c:v>
                </c:pt>
                <c:pt idx="1">
                  <c:v>45952</c:v>
                </c:pt>
                <c:pt idx="2">
                  <c:v>45953</c:v>
                </c:pt>
                <c:pt idx="3">
                  <c:v>45954</c:v>
                </c:pt>
                <c:pt idx="4">
                  <c:v>45955</c:v>
                </c:pt>
                <c:pt idx="5">
                  <c:v>45956</c:v>
                </c:pt>
                <c:pt idx="6">
                  <c:v>45957</c:v>
                </c:pt>
                <c:pt idx="7">
                  <c:v>45958</c:v>
                </c:pt>
                <c:pt idx="8">
                  <c:v>45959</c:v>
                </c:pt>
                <c:pt idx="9">
                  <c:v>45960</c:v>
                </c:pt>
                <c:pt idx="10">
                  <c:v>45961</c:v>
                </c:pt>
                <c:pt idx="11">
                  <c:v>45962</c:v>
                </c:pt>
                <c:pt idx="12">
                  <c:v>45963</c:v>
                </c:pt>
                <c:pt idx="13">
                  <c:v>45964</c:v>
                </c:pt>
                <c:pt idx="14">
                  <c:v>45965</c:v>
                </c:pt>
              </c:numCache>
            </c:numRef>
          </c:cat>
          <c:val>
            <c:numRef>
              <c:f>Sheet1!$G$2:$G$16</c:f>
              <c:numCache>
                <c:formatCode>General</c:formatCode>
                <c:ptCount val="15"/>
                <c:pt idx="0">
                  <c:v>4.4000000000000004</c:v>
                </c:pt>
                <c:pt idx="1">
                  <c:v>4.7</c:v>
                </c:pt>
                <c:pt idx="2" formatCode="0.0">
                  <c:v>5.2</c:v>
                </c:pt>
                <c:pt idx="3" formatCode="0.0">
                  <c:v>5.8</c:v>
                </c:pt>
                <c:pt idx="4" formatCode="0.0">
                  <c:v>6.6</c:v>
                </c:pt>
                <c:pt idx="5" formatCode="0.0">
                  <c:v>7.5</c:v>
                </c:pt>
                <c:pt idx="6" formatCode="0.0">
                  <c:v>7.4</c:v>
                </c:pt>
                <c:pt idx="7">
                  <c:v>7.4</c:v>
                </c:pt>
                <c:pt idx="8" formatCode="0.0">
                  <c:v>7.4</c:v>
                </c:pt>
                <c:pt idx="9" formatCode="0.0">
                  <c:v>7.6</c:v>
                </c:pt>
                <c:pt idx="10" formatCode="0.0">
                  <c:v>7.7</c:v>
                </c:pt>
                <c:pt idx="11" formatCode="0.0">
                  <c:v>8</c:v>
                </c:pt>
                <c:pt idx="12" formatCode="0.0">
                  <c:v>8.1999999999999993</c:v>
                </c:pt>
                <c:pt idx="13" formatCode="0.0">
                  <c:v>9.1</c:v>
                </c:pt>
                <c:pt idx="14" formatCode="0.0">
                  <c:v>8.8000000000000007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CA3-45D7-89F7-7C1DED9080F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  <c:extLst>
          <c:ext xmlns:c15="http://schemas.microsoft.com/office/drawing/2012/chart" uri="{02D57815-91ED-43cb-92C2-25804820EDAC}">
            <c15:filteredLineSeries>
              <c15:ser>
                <c:idx val="0"/>
                <c:order val="0"/>
                <c:tx>
                  <c:strRef>
                    <c:extLst>
                      <c:ext uri="{02D57815-91ED-43cb-92C2-25804820EDAC}">
                        <c15:formulaRef>
                          <c15:sqref>Sheet1!$A$1</c15:sqref>
                        </c15:formulaRef>
                      </c:ext>
                    </c:extLst>
                    <c:strCache>
                      <c:ptCount val="1"/>
                      <c:pt idx="0">
                        <c:v> </c:v>
                      </c:pt>
                    </c:strCache>
                  </c:strRef>
                </c:tx>
                <c:spPr>
                  <a:ln w="28575" cap="rnd">
                    <a:solidFill>
                      <a:schemeClr val="accent1"/>
                    </a:solidFill>
                    <a:round/>
                  </a:ln>
                  <a:effectLst/>
                </c:spPr>
                <c:marker>
                  <c:symbol val="circle"/>
                  <c:size val="5"/>
                  <c:spPr>
                    <a:solidFill>
                      <a:schemeClr val="accent6"/>
                    </a:solidFill>
                    <a:ln w="9525">
                      <a:solidFill>
                        <a:schemeClr val="accent6"/>
                      </a:solidFill>
                    </a:ln>
                    <a:effectLst/>
                  </c:spPr>
                </c:marker>
                <c:cat>
                  <c:numRef>
                    <c:extLst>
                      <c:ext uri="{02D57815-91ED-43cb-92C2-25804820EDAC}">
                        <c15:formulaRef>
                          <c15:sqref>Sheet1!$A$2:$A$16</c15:sqref>
                        </c15:formulaRef>
                      </c:ext>
                    </c:extLst>
                    <c:numCache>
                      <c:formatCode>m/d/yyyy</c:formatCode>
                      <c:ptCount val="15"/>
                      <c:pt idx="0">
                        <c:v>45951</c:v>
                      </c:pt>
                      <c:pt idx="1">
                        <c:v>45952</c:v>
                      </c:pt>
                      <c:pt idx="2">
                        <c:v>45953</c:v>
                      </c:pt>
                      <c:pt idx="3">
                        <c:v>45954</c:v>
                      </c:pt>
                      <c:pt idx="4">
                        <c:v>45955</c:v>
                      </c:pt>
                      <c:pt idx="5">
                        <c:v>45956</c:v>
                      </c:pt>
                      <c:pt idx="6">
                        <c:v>45957</c:v>
                      </c:pt>
                      <c:pt idx="7">
                        <c:v>45958</c:v>
                      </c:pt>
                      <c:pt idx="8">
                        <c:v>45959</c:v>
                      </c:pt>
                      <c:pt idx="9">
                        <c:v>45960</c:v>
                      </c:pt>
                      <c:pt idx="10">
                        <c:v>45961</c:v>
                      </c:pt>
                      <c:pt idx="11">
                        <c:v>45962</c:v>
                      </c:pt>
                      <c:pt idx="12">
                        <c:v>45963</c:v>
                      </c:pt>
                      <c:pt idx="13">
                        <c:v>45964</c:v>
                      </c:pt>
                      <c:pt idx="14">
                        <c:v>45965</c:v>
                      </c:pt>
                    </c:numCache>
                  </c:numRef>
                </c:cat>
                <c:val>
                  <c:numRef>
                    <c:extLst>
                      <c:ext uri="{02D57815-91ED-43cb-92C2-25804820EDAC}">
                        <c15:formulaRef>
                          <c15:sqref>Sheet1!$A$2:$A$16</c15:sqref>
                        </c15:formulaRef>
                      </c:ext>
                    </c:extLst>
                    <c:numCache>
                      <c:formatCode>m/d/yyyy</c:formatCode>
                      <c:ptCount val="15"/>
                      <c:pt idx="0">
                        <c:v>45951</c:v>
                      </c:pt>
                      <c:pt idx="1">
                        <c:v>45952</c:v>
                      </c:pt>
                      <c:pt idx="2">
                        <c:v>45953</c:v>
                      </c:pt>
                      <c:pt idx="3">
                        <c:v>45954</c:v>
                      </c:pt>
                      <c:pt idx="4">
                        <c:v>45955</c:v>
                      </c:pt>
                      <c:pt idx="5">
                        <c:v>45956</c:v>
                      </c:pt>
                      <c:pt idx="6">
                        <c:v>45957</c:v>
                      </c:pt>
                      <c:pt idx="7">
                        <c:v>45958</c:v>
                      </c:pt>
                      <c:pt idx="8">
                        <c:v>45959</c:v>
                      </c:pt>
                      <c:pt idx="9">
                        <c:v>45960</c:v>
                      </c:pt>
                      <c:pt idx="10">
                        <c:v>45961</c:v>
                      </c:pt>
                      <c:pt idx="11">
                        <c:v>45962</c:v>
                      </c:pt>
                      <c:pt idx="12">
                        <c:v>45963</c:v>
                      </c:pt>
                      <c:pt idx="13">
                        <c:v>45964</c:v>
                      </c:pt>
                      <c:pt idx="14">
                        <c:v>45965</c:v>
                      </c:pt>
                    </c:numCache>
                  </c:numRef>
                </c:val>
                <c:smooth val="0"/>
                <c:extLst>
                  <c:ext xmlns:c16="http://schemas.microsoft.com/office/drawing/2014/chart" uri="{C3380CC4-5D6E-409C-BE32-E72D297353CC}">
                    <c16:uniqueId val="{00000000-8B13-436D-B5AF-C54877E68A5C}"/>
                  </c:ext>
                </c:extLst>
              </c15:ser>
            </c15:filteredLineSeries>
          </c:ext>
        </c:extLst>
      </c:lineChart>
      <c:dateAx>
        <c:axId val="992480799"/>
        <c:scaling>
          <c:orientation val="minMax"/>
        </c:scaling>
        <c:delete val="0"/>
        <c:axPos val="b"/>
        <c:numFmt formatCode="m/d/yyyy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General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3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Sheet1!$B$2:$B$21</c:f>
              <c:numCache>
                <c:formatCode>0.0</c:formatCode>
                <c:ptCount val="20"/>
                <c:pt idx="0">
                  <c:v>54.7</c:v>
                </c:pt>
                <c:pt idx="1">
                  <c:v>53.2</c:v>
                </c:pt>
                <c:pt idx="2">
                  <c:v>54.4</c:v>
                </c:pt>
                <c:pt idx="3">
                  <c:v>54.6</c:v>
                </c:pt>
                <c:pt idx="4">
                  <c:v>56.2</c:v>
                </c:pt>
                <c:pt idx="5">
                  <c:v>54</c:v>
                </c:pt>
                <c:pt idx="6">
                  <c:v>55.1</c:v>
                </c:pt>
                <c:pt idx="7">
                  <c:v>53.9</c:v>
                </c:pt>
                <c:pt idx="8">
                  <c:v>54</c:v>
                </c:pt>
                <c:pt idx="9">
                  <c:v>52.5</c:v>
                </c:pt>
                <c:pt idx="10">
                  <c:v>52.1</c:v>
                </c:pt>
                <c:pt idx="11">
                  <c:v>50.7</c:v>
                </c:pt>
                <c:pt idx="12">
                  <c:v>49.2</c:v>
                </c:pt>
                <c:pt idx="13">
                  <c:v>49.3</c:v>
                </c:pt>
                <c:pt idx="14">
                  <c:v>49.3</c:v>
                </c:pt>
                <c:pt idx="15">
                  <c:v>49.4</c:v>
                </c:pt>
                <c:pt idx="16">
                  <c:v>49.7</c:v>
                </c:pt>
                <c:pt idx="17">
                  <c:v>49.5</c:v>
                </c:pt>
                <c:pt idx="18">
                  <c:v>49.1</c:v>
                </c:pt>
                <c:pt idx="19">
                  <c:v>49.1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Sheet1!$C$2:$C$21</c:f>
              <c:numCache>
                <c:formatCode>0.0</c:formatCode>
                <c:ptCount val="20"/>
                <c:pt idx="0">
                  <c:v>24.6</c:v>
                </c:pt>
                <c:pt idx="1">
                  <c:v>25.1</c:v>
                </c:pt>
                <c:pt idx="2">
                  <c:v>24.4</c:v>
                </c:pt>
                <c:pt idx="3">
                  <c:v>24.7</c:v>
                </c:pt>
                <c:pt idx="4">
                  <c:v>24.3</c:v>
                </c:pt>
                <c:pt idx="5">
                  <c:v>24.3</c:v>
                </c:pt>
                <c:pt idx="6">
                  <c:v>25</c:v>
                </c:pt>
                <c:pt idx="7">
                  <c:v>25.1</c:v>
                </c:pt>
                <c:pt idx="8">
                  <c:v>23.6</c:v>
                </c:pt>
                <c:pt idx="9">
                  <c:v>23.6</c:v>
                </c:pt>
                <c:pt idx="10">
                  <c:v>25.2</c:v>
                </c:pt>
                <c:pt idx="11">
                  <c:v>25.5</c:v>
                </c:pt>
                <c:pt idx="12">
                  <c:v>25.7</c:v>
                </c:pt>
                <c:pt idx="13">
                  <c:v>25</c:v>
                </c:pt>
                <c:pt idx="14">
                  <c:v>25.5</c:v>
                </c:pt>
                <c:pt idx="15">
                  <c:v>25.8</c:v>
                </c:pt>
                <c:pt idx="16">
                  <c:v>25.5</c:v>
                </c:pt>
                <c:pt idx="17">
                  <c:v>25.6</c:v>
                </c:pt>
                <c:pt idx="18">
                  <c:v>25.6</c:v>
                </c:pt>
                <c:pt idx="19">
                  <c:v>25.2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Sheet1!$D$2:$D$21</c:f>
              <c:numCache>
                <c:formatCode>0.0</c:formatCode>
                <c:ptCount val="20"/>
                <c:pt idx="0">
                  <c:v>3.2</c:v>
                </c:pt>
                <c:pt idx="1">
                  <c:v>3.7</c:v>
                </c:pt>
                <c:pt idx="2">
                  <c:v>4</c:v>
                </c:pt>
                <c:pt idx="3">
                  <c:v>2.6</c:v>
                </c:pt>
                <c:pt idx="4">
                  <c:v>2.4</c:v>
                </c:pt>
                <c:pt idx="5">
                  <c:v>1.6</c:v>
                </c:pt>
                <c:pt idx="6">
                  <c:v>2.6</c:v>
                </c:pt>
                <c:pt idx="7">
                  <c:v>2.8</c:v>
                </c:pt>
                <c:pt idx="8">
                  <c:v>3.9</c:v>
                </c:pt>
                <c:pt idx="9">
                  <c:v>4.2</c:v>
                </c:pt>
                <c:pt idx="10">
                  <c:v>3.8</c:v>
                </c:pt>
                <c:pt idx="11">
                  <c:v>3.6</c:v>
                </c:pt>
                <c:pt idx="12">
                  <c:v>3.3</c:v>
                </c:pt>
                <c:pt idx="13">
                  <c:v>3.5</c:v>
                </c:pt>
                <c:pt idx="14">
                  <c:v>3.7</c:v>
                </c:pt>
                <c:pt idx="15">
                  <c:v>3.5</c:v>
                </c:pt>
                <c:pt idx="16">
                  <c:v>3.4</c:v>
                </c:pt>
                <c:pt idx="17">
                  <c:v>3.4</c:v>
                </c:pt>
                <c:pt idx="18">
                  <c:v>3.4</c:v>
                </c:pt>
                <c:pt idx="19">
                  <c:v>3.5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Sheet1!$E$2:$E$21</c:f>
              <c:numCache>
                <c:formatCode>0.0</c:formatCode>
                <c:ptCount val="20"/>
                <c:pt idx="0">
                  <c:v>11.5</c:v>
                </c:pt>
                <c:pt idx="1">
                  <c:v>11.4</c:v>
                </c:pt>
                <c:pt idx="2">
                  <c:v>10.5</c:v>
                </c:pt>
                <c:pt idx="3">
                  <c:v>10.4</c:v>
                </c:pt>
                <c:pt idx="4">
                  <c:v>9.3000000000000007</c:v>
                </c:pt>
                <c:pt idx="5">
                  <c:v>9.9</c:v>
                </c:pt>
                <c:pt idx="6">
                  <c:v>9.1999999999999993</c:v>
                </c:pt>
                <c:pt idx="7">
                  <c:v>10.4</c:v>
                </c:pt>
                <c:pt idx="8">
                  <c:v>10.1</c:v>
                </c:pt>
                <c:pt idx="9">
                  <c:v>9.8000000000000007</c:v>
                </c:pt>
                <c:pt idx="10">
                  <c:v>9.5</c:v>
                </c:pt>
                <c:pt idx="11">
                  <c:v>10</c:v>
                </c:pt>
                <c:pt idx="12">
                  <c:v>10.9</c:v>
                </c:pt>
                <c:pt idx="13">
                  <c:v>11.1</c:v>
                </c:pt>
                <c:pt idx="14">
                  <c:v>10.9</c:v>
                </c:pt>
                <c:pt idx="15">
                  <c:v>10.6</c:v>
                </c:pt>
                <c:pt idx="16">
                  <c:v>10.5</c:v>
                </c:pt>
                <c:pt idx="17">
                  <c:v>10.6</c:v>
                </c:pt>
                <c:pt idx="18">
                  <c:v>11</c:v>
                </c:pt>
                <c:pt idx="19">
                  <c:v>11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Sheet1!$F$2:$F$21</c:f>
              <c:numCache>
                <c:formatCode>0.0</c:formatCode>
                <c:ptCount val="20"/>
                <c:pt idx="0">
                  <c:v>1.7</c:v>
                </c:pt>
                <c:pt idx="1">
                  <c:v>1.4</c:v>
                </c:pt>
                <c:pt idx="2">
                  <c:v>0.9</c:v>
                </c:pt>
                <c:pt idx="3">
                  <c:v>0.4</c:v>
                </c:pt>
                <c:pt idx="4">
                  <c:v>0.5</c:v>
                </c:pt>
                <c:pt idx="5">
                  <c:v>1</c:v>
                </c:pt>
                <c:pt idx="6">
                  <c:v>0.6</c:v>
                </c:pt>
                <c:pt idx="7">
                  <c:v>0.5</c:v>
                </c:pt>
                <c:pt idx="8">
                  <c:v>0.6</c:v>
                </c:pt>
                <c:pt idx="9">
                  <c:v>1.2</c:v>
                </c:pt>
                <c:pt idx="10">
                  <c:v>1.3</c:v>
                </c:pt>
                <c:pt idx="11">
                  <c:v>1.3</c:v>
                </c:pt>
                <c:pt idx="12">
                  <c:v>1.4</c:v>
                </c:pt>
                <c:pt idx="13">
                  <c:v>1.6</c:v>
                </c:pt>
                <c:pt idx="14">
                  <c:v>1.4</c:v>
                </c:pt>
                <c:pt idx="15">
                  <c:v>1.4</c:v>
                </c:pt>
                <c:pt idx="16">
                  <c:v>1.3</c:v>
                </c:pt>
                <c:pt idx="17">
                  <c:v>1.3</c:v>
                </c:pt>
                <c:pt idx="18">
                  <c:v>1.3</c:v>
                </c:pt>
                <c:pt idx="19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Sheet1!$G$2:$G$21</c:f>
              <c:numCache>
                <c:formatCode>0.0</c:formatCode>
                <c:ptCount val="20"/>
                <c:pt idx="0">
                  <c:v>4.3</c:v>
                </c:pt>
                <c:pt idx="1">
                  <c:v>5.0999999999999996</c:v>
                </c:pt>
                <c:pt idx="2">
                  <c:v>5.9</c:v>
                </c:pt>
                <c:pt idx="3">
                  <c:v>7.4</c:v>
                </c:pt>
                <c:pt idx="4">
                  <c:v>7.2</c:v>
                </c:pt>
                <c:pt idx="5">
                  <c:v>9.1</c:v>
                </c:pt>
                <c:pt idx="6">
                  <c:v>7.6</c:v>
                </c:pt>
                <c:pt idx="7">
                  <c:v>7.3</c:v>
                </c:pt>
                <c:pt idx="8">
                  <c:v>7.8</c:v>
                </c:pt>
                <c:pt idx="9">
                  <c:v>8.6</c:v>
                </c:pt>
                <c:pt idx="10">
                  <c:v>8.1</c:v>
                </c:pt>
                <c:pt idx="11">
                  <c:v>8.9</c:v>
                </c:pt>
                <c:pt idx="12">
                  <c:v>9.6</c:v>
                </c:pt>
                <c:pt idx="13">
                  <c:v>9.5</c:v>
                </c:pt>
                <c:pt idx="14">
                  <c:v>9.1</c:v>
                </c:pt>
                <c:pt idx="15">
                  <c:v>9.4</c:v>
                </c:pt>
                <c:pt idx="16">
                  <c:v>9.6</c:v>
                </c:pt>
                <c:pt idx="17">
                  <c:v>9.6</c:v>
                </c:pt>
                <c:pt idx="18">
                  <c:v>9.6</c:v>
                </c:pt>
                <c:pt idx="19">
                  <c:v>9.9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3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Sheet1!$A$2:$A$20</c:f>
              <c:numCache>
                <c:formatCode>m/d/yyyy</c:formatCode>
                <c:ptCount val="19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</c:numCache>
            </c:numRef>
          </c:cat>
          <c:val>
            <c:numRef>
              <c:f>Sheet1!$B$2:$B$20</c:f>
              <c:numCache>
                <c:formatCode>0.0</c:formatCode>
                <c:ptCount val="19"/>
                <c:pt idx="0">
                  <c:v>47</c:v>
                </c:pt>
                <c:pt idx="1">
                  <c:v>47</c:v>
                </c:pt>
                <c:pt idx="2">
                  <c:v>45.9</c:v>
                </c:pt>
                <c:pt idx="3">
                  <c:v>45</c:v>
                </c:pt>
                <c:pt idx="4">
                  <c:v>44.3</c:v>
                </c:pt>
                <c:pt idx="5">
                  <c:v>45.8</c:v>
                </c:pt>
                <c:pt idx="6">
                  <c:v>47.2</c:v>
                </c:pt>
                <c:pt idx="7">
                  <c:v>46.5</c:v>
                </c:pt>
                <c:pt idx="8">
                  <c:v>46.2</c:v>
                </c:pt>
                <c:pt idx="9">
                  <c:v>46.4</c:v>
                </c:pt>
                <c:pt idx="10">
                  <c:v>45.9</c:v>
                </c:pt>
                <c:pt idx="11">
                  <c:v>45</c:v>
                </c:pt>
                <c:pt idx="12">
                  <c:v>45</c:v>
                </c:pt>
                <c:pt idx="13">
                  <c:v>45</c:v>
                </c:pt>
                <c:pt idx="14">
                  <c:v>45.7</c:v>
                </c:pt>
                <c:pt idx="15">
                  <c:v>45.9</c:v>
                </c:pt>
                <c:pt idx="16">
                  <c:v>45.9</c:v>
                </c:pt>
                <c:pt idx="17">
                  <c:v>45.9</c:v>
                </c:pt>
                <c:pt idx="18">
                  <c:v>45.8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Sheet1!$A$2:$A$20</c:f>
              <c:numCache>
                <c:formatCode>m/d/yyyy</c:formatCode>
                <c:ptCount val="19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</c:numCache>
            </c:numRef>
          </c:cat>
          <c:val>
            <c:numRef>
              <c:f>Sheet1!$C$2:$C$20</c:f>
              <c:numCache>
                <c:formatCode>0.0</c:formatCode>
                <c:ptCount val="19"/>
                <c:pt idx="0">
                  <c:v>37.299999999999997</c:v>
                </c:pt>
                <c:pt idx="1">
                  <c:v>37</c:v>
                </c:pt>
                <c:pt idx="2">
                  <c:v>36.6</c:v>
                </c:pt>
                <c:pt idx="3">
                  <c:v>36.799999999999997</c:v>
                </c:pt>
                <c:pt idx="4">
                  <c:v>37.299999999999997</c:v>
                </c:pt>
                <c:pt idx="5">
                  <c:v>37.5</c:v>
                </c:pt>
                <c:pt idx="6">
                  <c:v>35.9</c:v>
                </c:pt>
                <c:pt idx="7">
                  <c:v>37.700000000000003</c:v>
                </c:pt>
                <c:pt idx="8">
                  <c:v>38.1</c:v>
                </c:pt>
                <c:pt idx="9">
                  <c:v>38</c:v>
                </c:pt>
                <c:pt idx="10">
                  <c:v>39</c:v>
                </c:pt>
                <c:pt idx="11">
                  <c:v>38.9</c:v>
                </c:pt>
                <c:pt idx="12">
                  <c:v>38.9</c:v>
                </c:pt>
                <c:pt idx="13">
                  <c:v>39.299999999999997</c:v>
                </c:pt>
                <c:pt idx="14">
                  <c:v>38.799999999999997</c:v>
                </c:pt>
                <c:pt idx="15">
                  <c:v>38.700000000000003</c:v>
                </c:pt>
                <c:pt idx="16">
                  <c:v>37.700000000000003</c:v>
                </c:pt>
                <c:pt idx="17">
                  <c:v>37.299999999999997</c:v>
                </c:pt>
                <c:pt idx="18">
                  <c:v>37.4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Sheet1!$A$2:$A$20</c:f>
              <c:numCache>
                <c:formatCode>m/d/yyyy</c:formatCode>
                <c:ptCount val="19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</c:numCache>
            </c:numRef>
          </c:cat>
          <c:val>
            <c:numRef>
              <c:f>Sheet1!$D$2:$D$20</c:f>
              <c:numCache>
                <c:formatCode>0.0</c:formatCode>
                <c:ptCount val="19"/>
                <c:pt idx="0">
                  <c:v>5.0999999999999996</c:v>
                </c:pt>
                <c:pt idx="1">
                  <c:v>5.3</c:v>
                </c:pt>
                <c:pt idx="2">
                  <c:v>6.6</c:v>
                </c:pt>
                <c:pt idx="3">
                  <c:v>5.0999999999999996</c:v>
                </c:pt>
                <c:pt idx="4">
                  <c:v>4.9000000000000004</c:v>
                </c:pt>
                <c:pt idx="5">
                  <c:v>4.7</c:v>
                </c:pt>
                <c:pt idx="6">
                  <c:v>4.7</c:v>
                </c:pt>
                <c:pt idx="7">
                  <c:v>5.7</c:v>
                </c:pt>
                <c:pt idx="8">
                  <c:v>4.8</c:v>
                </c:pt>
                <c:pt idx="9">
                  <c:v>4.7</c:v>
                </c:pt>
                <c:pt idx="10">
                  <c:v>4.7</c:v>
                </c:pt>
                <c:pt idx="11">
                  <c:v>5</c:v>
                </c:pt>
                <c:pt idx="12">
                  <c:v>4.9000000000000004</c:v>
                </c:pt>
                <c:pt idx="13">
                  <c:v>5.4</c:v>
                </c:pt>
                <c:pt idx="14">
                  <c:v>4.8</c:v>
                </c:pt>
                <c:pt idx="15">
                  <c:v>4.9000000000000004</c:v>
                </c:pt>
                <c:pt idx="16">
                  <c:v>5.7</c:v>
                </c:pt>
                <c:pt idx="17">
                  <c:v>5.7</c:v>
                </c:pt>
                <c:pt idx="18">
                  <c:v>5.6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Sheet1!$A$2:$A$20</c:f>
              <c:numCache>
                <c:formatCode>m/d/yyyy</c:formatCode>
                <c:ptCount val="19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</c:numCache>
            </c:numRef>
          </c:cat>
          <c:val>
            <c:numRef>
              <c:f>Sheet1!$E$2:$E$20</c:f>
              <c:numCache>
                <c:formatCode>0.0</c:formatCode>
                <c:ptCount val="19"/>
                <c:pt idx="0">
                  <c:v>2.2000000000000002</c:v>
                </c:pt>
                <c:pt idx="1">
                  <c:v>2.5</c:v>
                </c:pt>
                <c:pt idx="2">
                  <c:v>2.5</c:v>
                </c:pt>
                <c:pt idx="3">
                  <c:v>2.6</c:v>
                </c:pt>
                <c:pt idx="4">
                  <c:v>2.1</c:v>
                </c:pt>
                <c:pt idx="5">
                  <c:v>2.1</c:v>
                </c:pt>
                <c:pt idx="6">
                  <c:v>2.6</c:v>
                </c:pt>
                <c:pt idx="7">
                  <c:v>1.9</c:v>
                </c:pt>
                <c:pt idx="8">
                  <c:v>1.8</c:v>
                </c:pt>
                <c:pt idx="9">
                  <c:v>1.9</c:v>
                </c:pt>
                <c:pt idx="10">
                  <c:v>2.1</c:v>
                </c:pt>
                <c:pt idx="11">
                  <c:v>2.1</c:v>
                </c:pt>
                <c:pt idx="12">
                  <c:v>2.1</c:v>
                </c:pt>
                <c:pt idx="13">
                  <c:v>2</c:v>
                </c:pt>
                <c:pt idx="14">
                  <c:v>1.8</c:v>
                </c:pt>
                <c:pt idx="15">
                  <c:v>2</c:v>
                </c:pt>
                <c:pt idx="16">
                  <c:v>2.4</c:v>
                </c:pt>
                <c:pt idx="17">
                  <c:v>2.5</c:v>
                </c:pt>
                <c:pt idx="18">
                  <c:v>2.9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Sheet1!$A$2:$A$20</c:f>
              <c:numCache>
                <c:formatCode>m/d/yyyy</c:formatCode>
                <c:ptCount val="19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</c:numCache>
            </c:numRef>
          </c:cat>
          <c:val>
            <c:numRef>
              <c:f>Sheet1!$F$2:$F$20</c:f>
              <c:numCache>
                <c:formatCode>0.0</c:formatCode>
                <c:ptCount val="19"/>
                <c:pt idx="0">
                  <c:v>0.8</c:v>
                </c:pt>
                <c:pt idx="1">
                  <c:v>0.7</c:v>
                </c:pt>
                <c:pt idx="2">
                  <c:v>0.5</c:v>
                </c:pt>
                <c:pt idx="3">
                  <c:v>0.5</c:v>
                </c:pt>
                <c:pt idx="4">
                  <c:v>1.4</c:v>
                </c:pt>
                <c:pt idx="5">
                  <c:v>0.5</c:v>
                </c:pt>
                <c:pt idx="6">
                  <c:v>1.2</c:v>
                </c:pt>
                <c:pt idx="7">
                  <c:v>1</c:v>
                </c:pt>
                <c:pt idx="8">
                  <c:v>0.4</c:v>
                </c:pt>
                <c:pt idx="9">
                  <c:v>0.3</c:v>
                </c:pt>
                <c:pt idx="10">
                  <c:v>0.5</c:v>
                </c:pt>
                <c:pt idx="11">
                  <c:v>0.7</c:v>
                </c:pt>
                <c:pt idx="12">
                  <c:v>0.7</c:v>
                </c:pt>
                <c:pt idx="13">
                  <c:v>0.6</c:v>
                </c:pt>
                <c:pt idx="14">
                  <c:v>0.7</c:v>
                </c:pt>
                <c:pt idx="15">
                  <c:v>0.7</c:v>
                </c:pt>
                <c:pt idx="16">
                  <c:v>0.8</c:v>
                </c:pt>
                <c:pt idx="17">
                  <c:v>0.8</c:v>
                </c:pt>
                <c:pt idx="18">
                  <c:v>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Sheet1!$A$2:$A$20</c:f>
              <c:numCache>
                <c:formatCode>m/d/yyyy</c:formatCode>
                <c:ptCount val="19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</c:numCache>
            </c:numRef>
          </c:cat>
          <c:val>
            <c:numRef>
              <c:f>Sheet1!$G$2:$G$20</c:f>
              <c:numCache>
                <c:formatCode>0.0</c:formatCode>
                <c:ptCount val="19"/>
                <c:pt idx="0">
                  <c:v>7.6</c:v>
                </c:pt>
                <c:pt idx="1">
                  <c:v>7.5</c:v>
                </c:pt>
                <c:pt idx="2">
                  <c:v>8</c:v>
                </c:pt>
                <c:pt idx="3">
                  <c:v>10</c:v>
                </c:pt>
                <c:pt idx="4">
                  <c:v>10.1</c:v>
                </c:pt>
                <c:pt idx="5">
                  <c:v>9.4</c:v>
                </c:pt>
                <c:pt idx="6">
                  <c:v>8.5</c:v>
                </c:pt>
                <c:pt idx="7">
                  <c:v>7.3</c:v>
                </c:pt>
                <c:pt idx="8">
                  <c:v>8.8000000000000007</c:v>
                </c:pt>
                <c:pt idx="9">
                  <c:v>8.6999999999999993</c:v>
                </c:pt>
                <c:pt idx="10">
                  <c:v>8.8000000000000007</c:v>
                </c:pt>
                <c:pt idx="11">
                  <c:v>8.3000000000000007</c:v>
                </c:pt>
                <c:pt idx="12">
                  <c:v>8.4</c:v>
                </c:pt>
                <c:pt idx="13">
                  <c:v>7.8</c:v>
                </c:pt>
                <c:pt idx="14">
                  <c:v>8.1</c:v>
                </c:pt>
                <c:pt idx="15">
                  <c:v>7.7</c:v>
                </c:pt>
                <c:pt idx="16">
                  <c:v>7.6</c:v>
                </c:pt>
                <c:pt idx="17">
                  <c:v>7.8</c:v>
                </c:pt>
                <c:pt idx="18">
                  <c:v>7.4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3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Sheet1!$B$2:$B$21</c:f>
              <c:numCache>
                <c:formatCode>0.0</c:formatCode>
                <c:ptCount val="20"/>
                <c:pt idx="0">
                  <c:v>41.3</c:v>
                </c:pt>
                <c:pt idx="1">
                  <c:v>42.9</c:v>
                </c:pt>
                <c:pt idx="2">
                  <c:v>43.2</c:v>
                </c:pt>
                <c:pt idx="3">
                  <c:v>44.3</c:v>
                </c:pt>
                <c:pt idx="4">
                  <c:v>42.3</c:v>
                </c:pt>
                <c:pt idx="5">
                  <c:v>42.5</c:v>
                </c:pt>
                <c:pt idx="6">
                  <c:v>43.1</c:v>
                </c:pt>
                <c:pt idx="7">
                  <c:v>42.4</c:v>
                </c:pt>
                <c:pt idx="8">
                  <c:v>42.7</c:v>
                </c:pt>
                <c:pt idx="9">
                  <c:v>42.8</c:v>
                </c:pt>
                <c:pt idx="10">
                  <c:v>42.2</c:v>
                </c:pt>
                <c:pt idx="11">
                  <c:v>42.7</c:v>
                </c:pt>
                <c:pt idx="12">
                  <c:v>42.3</c:v>
                </c:pt>
                <c:pt idx="13">
                  <c:v>41.7</c:v>
                </c:pt>
                <c:pt idx="14">
                  <c:v>42.2</c:v>
                </c:pt>
                <c:pt idx="15">
                  <c:v>41.8</c:v>
                </c:pt>
                <c:pt idx="16">
                  <c:v>41.8</c:v>
                </c:pt>
                <c:pt idx="17">
                  <c:v>42</c:v>
                </c:pt>
                <c:pt idx="18">
                  <c:v>42.1</c:v>
                </c:pt>
                <c:pt idx="19">
                  <c:v>42.9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Sheet1!$C$2:$C$21</c:f>
              <c:numCache>
                <c:formatCode>0.0</c:formatCode>
                <c:ptCount val="20"/>
                <c:pt idx="0">
                  <c:v>44.1</c:v>
                </c:pt>
                <c:pt idx="1">
                  <c:v>43.3</c:v>
                </c:pt>
                <c:pt idx="2">
                  <c:v>42.6</c:v>
                </c:pt>
                <c:pt idx="3">
                  <c:v>42.4</c:v>
                </c:pt>
                <c:pt idx="4">
                  <c:v>43</c:v>
                </c:pt>
                <c:pt idx="5">
                  <c:v>42.8</c:v>
                </c:pt>
                <c:pt idx="6">
                  <c:v>40.6</c:v>
                </c:pt>
                <c:pt idx="7">
                  <c:v>41.8</c:v>
                </c:pt>
                <c:pt idx="8">
                  <c:v>43.2</c:v>
                </c:pt>
                <c:pt idx="9">
                  <c:v>42.6</c:v>
                </c:pt>
                <c:pt idx="10">
                  <c:v>43.4</c:v>
                </c:pt>
                <c:pt idx="11">
                  <c:v>43.1</c:v>
                </c:pt>
                <c:pt idx="12">
                  <c:v>43.3</c:v>
                </c:pt>
                <c:pt idx="13">
                  <c:v>44.2</c:v>
                </c:pt>
                <c:pt idx="14">
                  <c:v>43.9</c:v>
                </c:pt>
                <c:pt idx="15">
                  <c:v>44.4</c:v>
                </c:pt>
                <c:pt idx="16">
                  <c:v>44.3</c:v>
                </c:pt>
                <c:pt idx="17">
                  <c:v>43.9</c:v>
                </c:pt>
                <c:pt idx="18">
                  <c:v>43.8</c:v>
                </c:pt>
                <c:pt idx="19">
                  <c:v>43.4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Sheet1!$D$2:$D$21</c:f>
              <c:numCache>
                <c:formatCode>0.0</c:formatCode>
                <c:ptCount val="20"/>
                <c:pt idx="0">
                  <c:v>4.4000000000000004</c:v>
                </c:pt>
                <c:pt idx="1">
                  <c:v>4.4000000000000004</c:v>
                </c:pt>
                <c:pt idx="2">
                  <c:v>4</c:v>
                </c:pt>
                <c:pt idx="3">
                  <c:v>2.9</c:v>
                </c:pt>
                <c:pt idx="4">
                  <c:v>2.5</c:v>
                </c:pt>
                <c:pt idx="5">
                  <c:v>2.6</c:v>
                </c:pt>
                <c:pt idx="6">
                  <c:v>3.2</c:v>
                </c:pt>
                <c:pt idx="7">
                  <c:v>3.3</c:v>
                </c:pt>
                <c:pt idx="8">
                  <c:v>3</c:v>
                </c:pt>
                <c:pt idx="9">
                  <c:v>2.9</c:v>
                </c:pt>
                <c:pt idx="10">
                  <c:v>3</c:v>
                </c:pt>
                <c:pt idx="11">
                  <c:v>2.9</c:v>
                </c:pt>
                <c:pt idx="12">
                  <c:v>3</c:v>
                </c:pt>
                <c:pt idx="13">
                  <c:v>3.2</c:v>
                </c:pt>
                <c:pt idx="14">
                  <c:v>3.4</c:v>
                </c:pt>
                <c:pt idx="15">
                  <c:v>3.7</c:v>
                </c:pt>
                <c:pt idx="16">
                  <c:v>3.7</c:v>
                </c:pt>
                <c:pt idx="17">
                  <c:v>3.8</c:v>
                </c:pt>
                <c:pt idx="18">
                  <c:v>3.9</c:v>
                </c:pt>
                <c:pt idx="19">
                  <c:v>3.7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Sheet1!$E$2:$E$21</c:f>
              <c:numCache>
                <c:formatCode>0.0</c:formatCode>
                <c:ptCount val="20"/>
                <c:pt idx="0">
                  <c:v>1.1000000000000001</c:v>
                </c:pt>
                <c:pt idx="1">
                  <c:v>0.9</c:v>
                </c:pt>
                <c:pt idx="2">
                  <c:v>1.1000000000000001</c:v>
                </c:pt>
                <c:pt idx="3">
                  <c:v>1.3</c:v>
                </c:pt>
                <c:pt idx="4">
                  <c:v>1.1000000000000001</c:v>
                </c:pt>
                <c:pt idx="5">
                  <c:v>1.3</c:v>
                </c:pt>
                <c:pt idx="6">
                  <c:v>1.2</c:v>
                </c:pt>
                <c:pt idx="7">
                  <c:v>1.2</c:v>
                </c:pt>
                <c:pt idx="8">
                  <c:v>1.3</c:v>
                </c:pt>
                <c:pt idx="9">
                  <c:v>1.2</c:v>
                </c:pt>
                <c:pt idx="10">
                  <c:v>1.3</c:v>
                </c:pt>
                <c:pt idx="11">
                  <c:v>1.2</c:v>
                </c:pt>
                <c:pt idx="12">
                  <c:v>1.4</c:v>
                </c:pt>
                <c:pt idx="13">
                  <c:v>1.2</c:v>
                </c:pt>
                <c:pt idx="14">
                  <c:v>1.2</c:v>
                </c:pt>
                <c:pt idx="15">
                  <c:v>1.2</c:v>
                </c:pt>
                <c:pt idx="16">
                  <c:v>1.4</c:v>
                </c:pt>
                <c:pt idx="17">
                  <c:v>1.4</c:v>
                </c:pt>
                <c:pt idx="18">
                  <c:v>1.3</c:v>
                </c:pt>
                <c:pt idx="19">
                  <c:v>1.4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Sheet1!$F$2:$F$21</c:f>
              <c:numCache>
                <c:formatCode>0.0</c:formatCode>
                <c:ptCount val="20"/>
                <c:pt idx="0">
                  <c:v>1.2</c:v>
                </c:pt>
                <c:pt idx="1">
                  <c:v>0.7</c:v>
                </c:pt>
                <c:pt idx="2">
                  <c:v>1.1000000000000001</c:v>
                </c:pt>
                <c:pt idx="3">
                  <c:v>0.7</c:v>
                </c:pt>
                <c:pt idx="4">
                  <c:v>0.7</c:v>
                </c:pt>
                <c:pt idx="5">
                  <c:v>1</c:v>
                </c:pt>
                <c:pt idx="6">
                  <c:v>1.1000000000000001</c:v>
                </c:pt>
                <c:pt idx="7">
                  <c:v>1.2</c:v>
                </c:pt>
                <c:pt idx="8">
                  <c:v>1.1000000000000001</c:v>
                </c:pt>
                <c:pt idx="9">
                  <c:v>1.2</c:v>
                </c:pt>
                <c:pt idx="10">
                  <c:v>0.9</c:v>
                </c:pt>
                <c:pt idx="11">
                  <c:v>0.8</c:v>
                </c:pt>
                <c:pt idx="12">
                  <c:v>0.9</c:v>
                </c:pt>
                <c:pt idx="13">
                  <c:v>1</c:v>
                </c:pt>
                <c:pt idx="14">
                  <c:v>0.8</c:v>
                </c:pt>
                <c:pt idx="15">
                  <c:v>0.9</c:v>
                </c:pt>
                <c:pt idx="16">
                  <c:v>0.8</c:v>
                </c:pt>
                <c:pt idx="17">
                  <c:v>0.8</c:v>
                </c:pt>
                <c:pt idx="18">
                  <c:v>0.8</c:v>
                </c:pt>
                <c:pt idx="19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Sheet1!$G$2:$G$21</c:f>
              <c:numCache>
                <c:formatCode>0.0</c:formatCode>
                <c:ptCount val="20"/>
                <c:pt idx="0">
                  <c:v>7.8</c:v>
                </c:pt>
                <c:pt idx="1">
                  <c:v>7.7</c:v>
                </c:pt>
                <c:pt idx="2">
                  <c:v>7.9</c:v>
                </c:pt>
                <c:pt idx="3">
                  <c:v>8.3000000000000007</c:v>
                </c:pt>
                <c:pt idx="4">
                  <c:v>10.3</c:v>
                </c:pt>
                <c:pt idx="5">
                  <c:v>9.9</c:v>
                </c:pt>
                <c:pt idx="6">
                  <c:v>10.9</c:v>
                </c:pt>
                <c:pt idx="7">
                  <c:v>10.1</c:v>
                </c:pt>
                <c:pt idx="8">
                  <c:v>8.8000000000000007</c:v>
                </c:pt>
                <c:pt idx="9">
                  <c:v>9.3000000000000007</c:v>
                </c:pt>
                <c:pt idx="10">
                  <c:v>9.1999999999999993</c:v>
                </c:pt>
                <c:pt idx="11">
                  <c:v>9.3000000000000007</c:v>
                </c:pt>
                <c:pt idx="12">
                  <c:v>9.1</c:v>
                </c:pt>
                <c:pt idx="13">
                  <c:v>8.6999999999999993</c:v>
                </c:pt>
                <c:pt idx="14">
                  <c:v>8.5</c:v>
                </c:pt>
                <c:pt idx="15">
                  <c:v>8</c:v>
                </c:pt>
                <c:pt idx="16">
                  <c:v>8</c:v>
                </c:pt>
                <c:pt idx="17">
                  <c:v>8.1</c:v>
                </c:pt>
                <c:pt idx="18">
                  <c:v>8.1</c:v>
                </c:pt>
                <c:pt idx="19">
                  <c:v>8.1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3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Sheet1!$B$2:$B$21</c:f>
              <c:numCache>
                <c:formatCode>0.0</c:formatCode>
                <c:ptCount val="20"/>
                <c:pt idx="0">
                  <c:v>46.1</c:v>
                </c:pt>
                <c:pt idx="1">
                  <c:v>45.6</c:v>
                </c:pt>
                <c:pt idx="2">
                  <c:v>44.6</c:v>
                </c:pt>
                <c:pt idx="3">
                  <c:v>45.1</c:v>
                </c:pt>
                <c:pt idx="4">
                  <c:v>46.4</c:v>
                </c:pt>
                <c:pt idx="5">
                  <c:v>47.4</c:v>
                </c:pt>
                <c:pt idx="6">
                  <c:v>48.9</c:v>
                </c:pt>
                <c:pt idx="7">
                  <c:v>48.3</c:v>
                </c:pt>
                <c:pt idx="8">
                  <c:v>47.5</c:v>
                </c:pt>
                <c:pt idx="9">
                  <c:v>47.2</c:v>
                </c:pt>
                <c:pt idx="10">
                  <c:v>46.5</c:v>
                </c:pt>
                <c:pt idx="11">
                  <c:v>46</c:v>
                </c:pt>
                <c:pt idx="12">
                  <c:v>46.4</c:v>
                </c:pt>
                <c:pt idx="13">
                  <c:v>46.1</c:v>
                </c:pt>
                <c:pt idx="14">
                  <c:v>46.6</c:v>
                </c:pt>
                <c:pt idx="15">
                  <c:v>46.4</c:v>
                </c:pt>
                <c:pt idx="16">
                  <c:v>46.3</c:v>
                </c:pt>
                <c:pt idx="17">
                  <c:v>46.4</c:v>
                </c:pt>
                <c:pt idx="18">
                  <c:v>46.7</c:v>
                </c:pt>
                <c:pt idx="19">
                  <c:v>46.8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Sheet1!$C$2:$C$21</c:f>
              <c:numCache>
                <c:formatCode>0.0</c:formatCode>
                <c:ptCount val="20"/>
                <c:pt idx="0">
                  <c:v>33.299999999999997</c:v>
                </c:pt>
                <c:pt idx="1">
                  <c:v>33.799999999999997</c:v>
                </c:pt>
                <c:pt idx="2">
                  <c:v>33.9</c:v>
                </c:pt>
                <c:pt idx="3">
                  <c:v>33</c:v>
                </c:pt>
                <c:pt idx="4">
                  <c:v>33.4</c:v>
                </c:pt>
                <c:pt idx="5">
                  <c:v>33.6</c:v>
                </c:pt>
                <c:pt idx="6">
                  <c:v>32.4</c:v>
                </c:pt>
                <c:pt idx="7">
                  <c:v>32.799999999999997</c:v>
                </c:pt>
                <c:pt idx="8">
                  <c:v>34.299999999999997</c:v>
                </c:pt>
                <c:pt idx="9">
                  <c:v>34.700000000000003</c:v>
                </c:pt>
                <c:pt idx="10">
                  <c:v>34.9</c:v>
                </c:pt>
                <c:pt idx="11">
                  <c:v>35.4</c:v>
                </c:pt>
                <c:pt idx="12">
                  <c:v>34.799999999999997</c:v>
                </c:pt>
                <c:pt idx="13">
                  <c:v>34.5</c:v>
                </c:pt>
                <c:pt idx="14">
                  <c:v>34.4</c:v>
                </c:pt>
                <c:pt idx="15">
                  <c:v>34.6</c:v>
                </c:pt>
                <c:pt idx="16">
                  <c:v>34.1</c:v>
                </c:pt>
                <c:pt idx="17">
                  <c:v>34.1</c:v>
                </c:pt>
                <c:pt idx="18">
                  <c:v>34</c:v>
                </c:pt>
                <c:pt idx="19">
                  <c:v>34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Sheet1!$D$2:$D$21</c:f>
              <c:numCache>
                <c:formatCode>0.0</c:formatCode>
                <c:ptCount val="20"/>
                <c:pt idx="0">
                  <c:v>6.7</c:v>
                </c:pt>
                <c:pt idx="1">
                  <c:v>8</c:v>
                </c:pt>
                <c:pt idx="2">
                  <c:v>8</c:v>
                </c:pt>
                <c:pt idx="3">
                  <c:v>7.6</c:v>
                </c:pt>
                <c:pt idx="4">
                  <c:v>6.4</c:v>
                </c:pt>
                <c:pt idx="5">
                  <c:v>6.1</c:v>
                </c:pt>
                <c:pt idx="6">
                  <c:v>5.8</c:v>
                </c:pt>
                <c:pt idx="7">
                  <c:v>6.4</c:v>
                </c:pt>
                <c:pt idx="8">
                  <c:v>6.6</c:v>
                </c:pt>
                <c:pt idx="9">
                  <c:v>6.9</c:v>
                </c:pt>
                <c:pt idx="10">
                  <c:v>6.3</c:v>
                </c:pt>
                <c:pt idx="11">
                  <c:v>6.3</c:v>
                </c:pt>
                <c:pt idx="12">
                  <c:v>6.3</c:v>
                </c:pt>
                <c:pt idx="13">
                  <c:v>6.7</c:v>
                </c:pt>
                <c:pt idx="14">
                  <c:v>6.6</c:v>
                </c:pt>
                <c:pt idx="15">
                  <c:v>6.6</c:v>
                </c:pt>
                <c:pt idx="16">
                  <c:v>6.5</c:v>
                </c:pt>
                <c:pt idx="17">
                  <c:v>6.5</c:v>
                </c:pt>
                <c:pt idx="18">
                  <c:v>6.4</c:v>
                </c:pt>
                <c:pt idx="19">
                  <c:v>6.5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Sheet1!$E$2:$E$21</c:f>
              <c:numCache>
                <c:formatCode>0.0</c:formatCode>
                <c:ptCount val="20"/>
                <c:pt idx="0">
                  <c:v>1.7</c:v>
                </c:pt>
                <c:pt idx="1">
                  <c:v>2.1</c:v>
                </c:pt>
                <c:pt idx="2">
                  <c:v>1.3</c:v>
                </c:pt>
                <c:pt idx="3">
                  <c:v>1.5</c:v>
                </c:pt>
                <c:pt idx="4">
                  <c:v>1.1000000000000001</c:v>
                </c:pt>
                <c:pt idx="5">
                  <c:v>1.3</c:v>
                </c:pt>
                <c:pt idx="6">
                  <c:v>1.2</c:v>
                </c:pt>
                <c:pt idx="7">
                  <c:v>1.4</c:v>
                </c:pt>
                <c:pt idx="8">
                  <c:v>1.4</c:v>
                </c:pt>
                <c:pt idx="9">
                  <c:v>1.5</c:v>
                </c:pt>
                <c:pt idx="10">
                  <c:v>1.6</c:v>
                </c:pt>
                <c:pt idx="11">
                  <c:v>1.8</c:v>
                </c:pt>
                <c:pt idx="12">
                  <c:v>1.9</c:v>
                </c:pt>
                <c:pt idx="13">
                  <c:v>1.7</c:v>
                </c:pt>
                <c:pt idx="14">
                  <c:v>1.7</c:v>
                </c:pt>
                <c:pt idx="15">
                  <c:v>1.8</c:v>
                </c:pt>
                <c:pt idx="16">
                  <c:v>2</c:v>
                </c:pt>
                <c:pt idx="17">
                  <c:v>2.1</c:v>
                </c:pt>
                <c:pt idx="18">
                  <c:v>2.1</c:v>
                </c:pt>
                <c:pt idx="19">
                  <c:v>2.1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Sheet1!$F$2:$F$21</c:f>
              <c:numCache>
                <c:formatCode>0.0</c:formatCode>
                <c:ptCount val="20"/>
                <c:pt idx="0">
                  <c:v>3.3</c:v>
                </c:pt>
                <c:pt idx="1">
                  <c:v>2.2999999999999998</c:v>
                </c:pt>
                <c:pt idx="2">
                  <c:v>2.2999999999999998</c:v>
                </c:pt>
                <c:pt idx="3">
                  <c:v>2</c:v>
                </c:pt>
                <c:pt idx="4">
                  <c:v>2.2999999999999998</c:v>
                </c:pt>
                <c:pt idx="5">
                  <c:v>2.2999999999999998</c:v>
                </c:pt>
                <c:pt idx="6">
                  <c:v>1.8</c:v>
                </c:pt>
                <c:pt idx="7">
                  <c:v>1.9</c:v>
                </c:pt>
                <c:pt idx="8">
                  <c:v>2.1</c:v>
                </c:pt>
                <c:pt idx="9">
                  <c:v>1.7</c:v>
                </c:pt>
                <c:pt idx="10">
                  <c:v>1.4</c:v>
                </c:pt>
                <c:pt idx="11">
                  <c:v>1.4</c:v>
                </c:pt>
                <c:pt idx="12">
                  <c:v>1.2</c:v>
                </c:pt>
                <c:pt idx="13">
                  <c:v>1.6</c:v>
                </c:pt>
                <c:pt idx="14">
                  <c:v>1.5</c:v>
                </c:pt>
                <c:pt idx="15">
                  <c:v>1.6</c:v>
                </c:pt>
                <c:pt idx="16">
                  <c:v>1.6</c:v>
                </c:pt>
                <c:pt idx="17">
                  <c:v>1.5</c:v>
                </c:pt>
                <c:pt idx="18">
                  <c:v>1.6</c:v>
                </c:pt>
                <c:pt idx="19">
                  <c:v>1.5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Sheet1!$A$2:$A$21</c:f>
              <c:numCache>
                <c:formatCode>m/d/yyyy</c:formatCode>
                <c:ptCount val="20"/>
                <c:pt idx="0">
                  <c:v>45945</c:v>
                </c:pt>
                <c:pt idx="1">
                  <c:v>45946</c:v>
                </c:pt>
                <c:pt idx="2">
                  <c:v>45947</c:v>
                </c:pt>
                <c:pt idx="3">
                  <c:v>45948</c:v>
                </c:pt>
                <c:pt idx="4">
                  <c:v>45950</c:v>
                </c:pt>
                <c:pt idx="5">
                  <c:v>45951</c:v>
                </c:pt>
                <c:pt idx="6">
                  <c:v>45952</c:v>
                </c:pt>
                <c:pt idx="7">
                  <c:v>45953</c:v>
                </c:pt>
                <c:pt idx="8">
                  <c:v>45954</c:v>
                </c:pt>
                <c:pt idx="9">
                  <c:v>45955</c:v>
                </c:pt>
                <c:pt idx="10">
                  <c:v>45956</c:v>
                </c:pt>
                <c:pt idx="11">
                  <c:v>45957</c:v>
                </c:pt>
                <c:pt idx="12">
                  <c:v>45958</c:v>
                </c:pt>
                <c:pt idx="13">
                  <c:v>45959</c:v>
                </c:pt>
                <c:pt idx="14">
                  <c:v>45960</c:v>
                </c:pt>
                <c:pt idx="15">
                  <c:v>45961</c:v>
                </c:pt>
                <c:pt idx="16">
                  <c:v>45962</c:v>
                </c:pt>
                <c:pt idx="17">
                  <c:v>45963</c:v>
                </c:pt>
                <c:pt idx="18">
                  <c:v>45964</c:v>
                </c:pt>
                <c:pt idx="19">
                  <c:v>45965</c:v>
                </c:pt>
              </c:numCache>
            </c:numRef>
          </c:cat>
          <c:val>
            <c:numRef>
              <c:f>Sheet1!$G$2:$G$21</c:f>
              <c:numCache>
                <c:formatCode>0.0</c:formatCode>
                <c:ptCount val="20"/>
                <c:pt idx="0">
                  <c:v>9</c:v>
                </c:pt>
                <c:pt idx="1">
                  <c:v>8.3000000000000007</c:v>
                </c:pt>
                <c:pt idx="2">
                  <c:v>9.9</c:v>
                </c:pt>
                <c:pt idx="3">
                  <c:v>10.8</c:v>
                </c:pt>
                <c:pt idx="4">
                  <c:v>10.5</c:v>
                </c:pt>
                <c:pt idx="5">
                  <c:v>9.3000000000000007</c:v>
                </c:pt>
                <c:pt idx="6">
                  <c:v>10</c:v>
                </c:pt>
                <c:pt idx="7">
                  <c:v>9.1999999999999993</c:v>
                </c:pt>
                <c:pt idx="8">
                  <c:v>8.1</c:v>
                </c:pt>
                <c:pt idx="9">
                  <c:v>8</c:v>
                </c:pt>
                <c:pt idx="10">
                  <c:v>9.4</c:v>
                </c:pt>
                <c:pt idx="11">
                  <c:v>9.1</c:v>
                </c:pt>
                <c:pt idx="12">
                  <c:v>9.4</c:v>
                </c:pt>
                <c:pt idx="13">
                  <c:v>9.4</c:v>
                </c:pt>
                <c:pt idx="14">
                  <c:v>9.1999999999999993</c:v>
                </c:pt>
                <c:pt idx="15">
                  <c:v>9.1</c:v>
                </c:pt>
                <c:pt idx="16">
                  <c:v>9.5</c:v>
                </c:pt>
                <c:pt idx="17">
                  <c:v>9.4</c:v>
                </c:pt>
                <c:pt idx="18">
                  <c:v>9.3000000000000007</c:v>
                </c:pt>
                <c:pt idx="19">
                  <c:v>9.1999999999999993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3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1"/>
          <c:order val="1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Sheet1!$A$2:$A$16</c:f>
              <c:numCache>
                <c:formatCode>m/d/yyyy</c:formatCode>
                <c:ptCount val="15"/>
                <c:pt idx="0">
                  <c:v>45951</c:v>
                </c:pt>
                <c:pt idx="1">
                  <c:v>45952</c:v>
                </c:pt>
                <c:pt idx="2">
                  <c:v>45953</c:v>
                </c:pt>
                <c:pt idx="3">
                  <c:v>45954</c:v>
                </c:pt>
                <c:pt idx="4">
                  <c:v>45955</c:v>
                </c:pt>
                <c:pt idx="5">
                  <c:v>45956</c:v>
                </c:pt>
                <c:pt idx="6">
                  <c:v>45957</c:v>
                </c:pt>
                <c:pt idx="7">
                  <c:v>45958</c:v>
                </c:pt>
                <c:pt idx="8">
                  <c:v>45959</c:v>
                </c:pt>
                <c:pt idx="9">
                  <c:v>45960</c:v>
                </c:pt>
                <c:pt idx="10">
                  <c:v>45961</c:v>
                </c:pt>
                <c:pt idx="11">
                  <c:v>45962</c:v>
                </c:pt>
                <c:pt idx="12">
                  <c:v>45963</c:v>
                </c:pt>
                <c:pt idx="13">
                  <c:v>45964</c:v>
                </c:pt>
                <c:pt idx="14">
                  <c:v>45965</c:v>
                </c:pt>
              </c:numCache>
            </c:numRef>
          </c:cat>
          <c:val>
            <c:numRef>
              <c:f>Sheet1!$B$2:$B$16</c:f>
              <c:numCache>
                <c:formatCode>0.0</c:formatCode>
                <c:ptCount val="15"/>
                <c:pt idx="0">
                  <c:v>42.2</c:v>
                </c:pt>
                <c:pt idx="1">
                  <c:v>42.2</c:v>
                </c:pt>
                <c:pt idx="2">
                  <c:v>38.9</c:v>
                </c:pt>
                <c:pt idx="3">
                  <c:v>37.700000000000003</c:v>
                </c:pt>
                <c:pt idx="4">
                  <c:v>40.200000000000003</c:v>
                </c:pt>
                <c:pt idx="5">
                  <c:v>36.1</c:v>
                </c:pt>
                <c:pt idx="6">
                  <c:v>37.200000000000003</c:v>
                </c:pt>
                <c:pt idx="7">
                  <c:v>36.9</c:v>
                </c:pt>
                <c:pt idx="8">
                  <c:v>37.9</c:v>
                </c:pt>
                <c:pt idx="9">
                  <c:v>37.200000000000003</c:v>
                </c:pt>
                <c:pt idx="10">
                  <c:v>38.6</c:v>
                </c:pt>
                <c:pt idx="11">
                  <c:v>37.799999999999997</c:v>
                </c:pt>
                <c:pt idx="12">
                  <c:v>38.1</c:v>
                </c:pt>
                <c:pt idx="13">
                  <c:v>38.299999999999997</c:v>
                </c:pt>
                <c:pt idx="14">
                  <c:v>39.299999999999997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Sheet1!$A$2:$A$16</c:f>
              <c:numCache>
                <c:formatCode>m/d/yyyy</c:formatCode>
                <c:ptCount val="15"/>
                <c:pt idx="0">
                  <c:v>45951</c:v>
                </c:pt>
                <c:pt idx="1">
                  <c:v>45952</c:v>
                </c:pt>
                <c:pt idx="2">
                  <c:v>45953</c:v>
                </c:pt>
                <c:pt idx="3">
                  <c:v>45954</c:v>
                </c:pt>
                <c:pt idx="4">
                  <c:v>45955</c:v>
                </c:pt>
                <c:pt idx="5">
                  <c:v>45956</c:v>
                </c:pt>
                <c:pt idx="6">
                  <c:v>45957</c:v>
                </c:pt>
                <c:pt idx="7">
                  <c:v>45958</c:v>
                </c:pt>
                <c:pt idx="8">
                  <c:v>45959</c:v>
                </c:pt>
                <c:pt idx="9">
                  <c:v>45960</c:v>
                </c:pt>
                <c:pt idx="10">
                  <c:v>45961</c:v>
                </c:pt>
                <c:pt idx="11">
                  <c:v>45962</c:v>
                </c:pt>
                <c:pt idx="12">
                  <c:v>45963</c:v>
                </c:pt>
                <c:pt idx="13">
                  <c:v>45964</c:v>
                </c:pt>
                <c:pt idx="14">
                  <c:v>45965</c:v>
                </c:pt>
              </c:numCache>
            </c:numRef>
          </c:cat>
          <c:val>
            <c:numRef>
              <c:f>Sheet1!$C$2:$C$16</c:f>
              <c:numCache>
                <c:formatCode>0.0</c:formatCode>
                <c:ptCount val="15"/>
                <c:pt idx="0">
                  <c:v>46.4</c:v>
                </c:pt>
                <c:pt idx="1">
                  <c:v>46.4</c:v>
                </c:pt>
                <c:pt idx="2">
                  <c:v>48.2</c:v>
                </c:pt>
                <c:pt idx="3">
                  <c:v>52</c:v>
                </c:pt>
                <c:pt idx="4">
                  <c:v>48.5</c:v>
                </c:pt>
                <c:pt idx="5">
                  <c:v>46.5</c:v>
                </c:pt>
                <c:pt idx="6">
                  <c:v>49.3</c:v>
                </c:pt>
                <c:pt idx="7">
                  <c:v>50.1</c:v>
                </c:pt>
                <c:pt idx="8">
                  <c:v>47.9</c:v>
                </c:pt>
                <c:pt idx="9">
                  <c:v>48.6</c:v>
                </c:pt>
                <c:pt idx="10">
                  <c:v>46.5</c:v>
                </c:pt>
                <c:pt idx="11">
                  <c:v>45</c:v>
                </c:pt>
                <c:pt idx="12">
                  <c:v>45.1</c:v>
                </c:pt>
                <c:pt idx="13">
                  <c:v>44.3</c:v>
                </c:pt>
                <c:pt idx="14">
                  <c:v>44.2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Sheet1!$A$2:$A$16</c:f>
              <c:numCache>
                <c:formatCode>m/d/yyyy</c:formatCode>
                <c:ptCount val="15"/>
                <c:pt idx="0">
                  <c:v>45951</c:v>
                </c:pt>
                <c:pt idx="1">
                  <c:v>45952</c:v>
                </c:pt>
                <c:pt idx="2">
                  <c:v>45953</c:v>
                </c:pt>
                <c:pt idx="3">
                  <c:v>45954</c:v>
                </c:pt>
                <c:pt idx="4">
                  <c:v>45955</c:v>
                </c:pt>
                <c:pt idx="5">
                  <c:v>45956</c:v>
                </c:pt>
                <c:pt idx="6">
                  <c:v>45957</c:v>
                </c:pt>
                <c:pt idx="7">
                  <c:v>45958</c:v>
                </c:pt>
                <c:pt idx="8">
                  <c:v>45959</c:v>
                </c:pt>
                <c:pt idx="9">
                  <c:v>45960</c:v>
                </c:pt>
                <c:pt idx="10">
                  <c:v>45961</c:v>
                </c:pt>
                <c:pt idx="11">
                  <c:v>45962</c:v>
                </c:pt>
                <c:pt idx="12">
                  <c:v>45963</c:v>
                </c:pt>
                <c:pt idx="13">
                  <c:v>45964</c:v>
                </c:pt>
                <c:pt idx="14">
                  <c:v>45965</c:v>
                </c:pt>
              </c:numCache>
            </c:numRef>
          </c:cat>
          <c:val>
            <c:numRef>
              <c:f>Sheet1!$D$2:$D$16</c:f>
              <c:numCache>
                <c:formatCode>0.0</c:formatCode>
                <c:ptCount val="15"/>
                <c:pt idx="0">
                  <c:v>3.5</c:v>
                </c:pt>
                <c:pt idx="1">
                  <c:v>3.5</c:v>
                </c:pt>
                <c:pt idx="2">
                  <c:v>3.8</c:v>
                </c:pt>
                <c:pt idx="3">
                  <c:v>0.9</c:v>
                </c:pt>
                <c:pt idx="4">
                  <c:v>0.5</c:v>
                </c:pt>
                <c:pt idx="5">
                  <c:v>1.1000000000000001</c:v>
                </c:pt>
                <c:pt idx="6">
                  <c:v>1.4</c:v>
                </c:pt>
                <c:pt idx="7">
                  <c:v>1.4</c:v>
                </c:pt>
                <c:pt idx="8">
                  <c:v>1.6</c:v>
                </c:pt>
                <c:pt idx="9">
                  <c:v>1.7</c:v>
                </c:pt>
                <c:pt idx="10">
                  <c:v>1.9</c:v>
                </c:pt>
                <c:pt idx="11">
                  <c:v>1.9</c:v>
                </c:pt>
                <c:pt idx="12">
                  <c:v>1.9</c:v>
                </c:pt>
                <c:pt idx="13">
                  <c:v>2</c:v>
                </c:pt>
                <c:pt idx="14">
                  <c:v>1.7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Sheet1!$A$2:$A$16</c:f>
              <c:numCache>
                <c:formatCode>m/d/yyyy</c:formatCode>
                <c:ptCount val="15"/>
                <c:pt idx="0">
                  <c:v>45951</c:v>
                </c:pt>
                <c:pt idx="1">
                  <c:v>45952</c:v>
                </c:pt>
                <c:pt idx="2">
                  <c:v>45953</c:v>
                </c:pt>
                <c:pt idx="3">
                  <c:v>45954</c:v>
                </c:pt>
                <c:pt idx="4">
                  <c:v>45955</c:v>
                </c:pt>
                <c:pt idx="5">
                  <c:v>45956</c:v>
                </c:pt>
                <c:pt idx="6">
                  <c:v>45957</c:v>
                </c:pt>
                <c:pt idx="7">
                  <c:v>45958</c:v>
                </c:pt>
                <c:pt idx="8">
                  <c:v>45959</c:v>
                </c:pt>
                <c:pt idx="9">
                  <c:v>45960</c:v>
                </c:pt>
                <c:pt idx="10">
                  <c:v>45961</c:v>
                </c:pt>
                <c:pt idx="11">
                  <c:v>45962</c:v>
                </c:pt>
                <c:pt idx="12">
                  <c:v>45963</c:v>
                </c:pt>
                <c:pt idx="13">
                  <c:v>45964</c:v>
                </c:pt>
                <c:pt idx="14">
                  <c:v>45965</c:v>
                </c:pt>
              </c:numCache>
            </c:numRef>
          </c:cat>
          <c:val>
            <c:numRef>
              <c:f>Sheet1!$E$2:$E$16</c:f>
              <c:numCache>
                <c:formatCode>0.0</c:formatCode>
                <c:ptCount val="15"/>
                <c:pt idx="0">
                  <c:v>0.9</c:v>
                </c:pt>
                <c:pt idx="1">
                  <c:v>0.9</c:v>
                </c:pt>
                <c:pt idx="2">
                  <c:v>0.9</c:v>
                </c:pt>
                <c:pt idx="3">
                  <c:v>0.1</c:v>
                </c:pt>
                <c:pt idx="4">
                  <c:v>0.6</c:v>
                </c:pt>
                <c:pt idx="5">
                  <c:v>1.4</c:v>
                </c:pt>
                <c:pt idx="6">
                  <c:v>0.6</c:v>
                </c:pt>
                <c:pt idx="7">
                  <c:v>0.6</c:v>
                </c:pt>
                <c:pt idx="8">
                  <c:v>1.8</c:v>
                </c:pt>
                <c:pt idx="9">
                  <c:v>2.5</c:v>
                </c:pt>
                <c:pt idx="10">
                  <c:v>2.5</c:v>
                </c:pt>
                <c:pt idx="11">
                  <c:v>3.8</c:v>
                </c:pt>
                <c:pt idx="12">
                  <c:v>3.5</c:v>
                </c:pt>
                <c:pt idx="13">
                  <c:v>2.9</c:v>
                </c:pt>
                <c:pt idx="14">
                  <c:v>2.9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Sheet1!$A$2:$A$16</c:f>
              <c:numCache>
                <c:formatCode>m/d/yyyy</c:formatCode>
                <c:ptCount val="15"/>
                <c:pt idx="0">
                  <c:v>45951</c:v>
                </c:pt>
                <c:pt idx="1">
                  <c:v>45952</c:v>
                </c:pt>
                <c:pt idx="2">
                  <c:v>45953</c:v>
                </c:pt>
                <c:pt idx="3">
                  <c:v>45954</c:v>
                </c:pt>
                <c:pt idx="4">
                  <c:v>45955</c:v>
                </c:pt>
                <c:pt idx="5">
                  <c:v>45956</c:v>
                </c:pt>
                <c:pt idx="6">
                  <c:v>45957</c:v>
                </c:pt>
                <c:pt idx="7">
                  <c:v>45958</c:v>
                </c:pt>
                <c:pt idx="8">
                  <c:v>45959</c:v>
                </c:pt>
                <c:pt idx="9">
                  <c:v>45960</c:v>
                </c:pt>
                <c:pt idx="10">
                  <c:v>45961</c:v>
                </c:pt>
                <c:pt idx="11">
                  <c:v>45962</c:v>
                </c:pt>
                <c:pt idx="12">
                  <c:v>45963</c:v>
                </c:pt>
                <c:pt idx="13">
                  <c:v>45964</c:v>
                </c:pt>
                <c:pt idx="14">
                  <c:v>45965</c:v>
                </c:pt>
              </c:numCache>
            </c:numRef>
          </c:cat>
          <c:val>
            <c:numRef>
              <c:f>Sheet1!$F$2:$F$16</c:f>
              <c:numCache>
                <c:formatCode>0.0</c:formatCode>
                <c:ptCount val="15"/>
                <c:pt idx="0">
                  <c:v>2.6</c:v>
                </c:pt>
                <c:pt idx="1">
                  <c:v>2.6</c:v>
                </c:pt>
                <c:pt idx="2">
                  <c:v>2.6</c:v>
                </c:pt>
                <c:pt idx="3">
                  <c:v>1.6</c:v>
                </c:pt>
                <c:pt idx="4">
                  <c:v>1.4</c:v>
                </c:pt>
                <c:pt idx="5">
                  <c:v>1.8</c:v>
                </c:pt>
                <c:pt idx="6">
                  <c:v>1.8</c:v>
                </c:pt>
                <c:pt idx="7">
                  <c:v>2.2000000000000002</c:v>
                </c:pt>
                <c:pt idx="8">
                  <c:v>1.6</c:v>
                </c:pt>
                <c:pt idx="9">
                  <c:v>0.9</c:v>
                </c:pt>
                <c:pt idx="10">
                  <c:v>1</c:v>
                </c:pt>
                <c:pt idx="11">
                  <c:v>1.3</c:v>
                </c:pt>
                <c:pt idx="12">
                  <c:v>1.1000000000000001</c:v>
                </c:pt>
                <c:pt idx="13">
                  <c:v>0.7</c:v>
                </c:pt>
                <c:pt idx="14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ser>
          <c:idx val="6"/>
          <c:order val="6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Sheet1!$A$2:$A$16</c:f>
              <c:numCache>
                <c:formatCode>m/d/yyyy</c:formatCode>
                <c:ptCount val="15"/>
                <c:pt idx="0">
                  <c:v>45951</c:v>
                </c:pt>
                <c:pt idx="1">
                  <c:v>45952</c:v>
                </c:pt>
                <c:pt idx="2">
                  <c:v>45953</c:v>
                </c:pt>
                <c:pt idx="3">
                  <c:v>45954</c:v>
                </c:pt>
                <c:pt idx="4">
                  <c:v>45955</c:v>
                </c:pt>
                <c:pt idx="5">
                  <c:v>45956</c:v>
                </c:pt>
                <c:pt idx="6">
                  <c:v>45957</c:v>
                </c:pt>
                <c:pt idx="7">
                  <c:v>45958</c:v>
                </c:pt>
                <c:pt idx="8">
                  <c:v>45959</c:v>
                </c:pt>
                <c:pt idx="9">
                  <c:v>45960</c:v>
                </c:pt>
                <c:pt idx="10">
                  <c:v>45961</c:v>
                </c:pt>
                <c:pt idx="11">
                  <c:v>45962</c:v>
                </c:pt>
                <c:pt idx="12">
                  <c:v>45963</c:v>
                </c:pt>
                <c:pt idx="13">
                  <c:v>45964</c:v>
                </c:pt>
                <c:pt idx="14">
                  <c:v>45965</c:v>
                </c:pt>
              </c:numCache>
            </c:numRef>
          </c:cat>
          <c:val>
            <c:numRef>
              <c:f>Sheet1!$G$2:$G$16</c:f>
              <c:numCache>
                <c:formatCode>0.0</c:formatCode>
                <c:ptCount val="15"/>
                <c:pt idx="0">
                  <c:v>4.4000000000000004</c:v>
                </c:pt>
                <c:pt idx="1">
                  <c:v>4.4000000000000004</c:v>
                </c:pt>
                <c:pt idx="2">
                  <c:v>5.6</c:v>
                </c:pt>
                <c:pt idx="3">
                  <c:v>7.7</c:v>
                </c:pt>
                <c:pt idx="4">
                  <c:v>8.8000000000000007</c:v>
                </c:pt>
                <c:pt idx="5">
                  <c:v>10.1</c:v>
                </c:pt>
                <c:pt idx="6">
                  <c:v>9.6</c:v>
                </c:pt>
                <c:pt idx="7">
                  <c:v>8.8000000000000007</c:v>
                </c:pt>
                <c:pt idx="8">
                  <c:v>9.3000000000000007</c:v>
                </c:pt>
                <c:pt idx="9">
                  <c:v>9.1</c:v>
                </c:pt>
                <c:pt idx="10">
                  <c:v>9.5</c:v>
                </c:pt>
                <c:pt idx="11">
                  <c:v>10.199999999999999</c:v>
                </c:pt>
                <c:pt idx="12">
                  <c:v>10.3</c:v>
                </c:pt>
                <c:pt idx="13">
                  <c:v>11.8</c:v>
                </c:pt>
                <c:pt idx="14">
                  <c:v>11.3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CA3-45D7-89F7-7C1DED9080F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  <c:extLst>
          <c:ext xmlns:c15="http://schemas.microsoft.com/office/drawing/2012/chart" uri="{02D57815-91ED-43cb-92C2-25804820EDAC}">
            <c15:filteredLineSeries>
              <c15:ser>
                <c:idx val="0"/>
                <c:order val="0"/>
                <c:tx>
                  <c:strRef>
                    <c:extLst>
                      <c:ext uri="{02D57815-91ED-43cb-92C2-25804820EDAC}">
                        <c15:formulaRef>
                          <c15:sqref>Sheet1!$A$1</c15:sqref>
                        </c15:formulaRef>
                      </c:ext>
                    </c:extLst>
                    <c:strCache>
                      <c:ptCount val="1"/>
                      <c:pt idx="0">
                        <c:v> </c:v>
                      </c:pt>
                    </c:strCache>
                  </c:strRef>
                </c:tx>
                <c:spPr>
                  <a:ln w="28575" cap="rnd">
                    <a:solidFill>
                      <a:schemeClr val="accent1"/>
                    </a:solidFill>
                    <a:round/>
                  </a:ln>
                  <a:effectLst/>
                </c:spPr>
                <c:marker>
                  <c:symbol val="circle"/>
                  <c:size val="5"/>
                  <c:spPr>
                    <a:solidFill>
                      <a:schemeClr val="accent6"/>
                    </a:solidFill>
                    <a:ln w="9525">
                      <a:solidFill>
                        <a:schemeClr val="accent6"/>
                      </a:solidFill>
                    </a:ln>
                    <a:effectLst/>
                  </c:spPr>
                </c:marker>
                <c:cat>
                  <c:numRef>
                    <c:extLst>
                      <c:ext uri="{02D57815-91ED-43cb-92C2-25804820EDAC}">
                        <c15:formulaRef>
                          <c15:sqref>Sheet1!$A$2:$A$16</c15:sqref>
                        </c15:formulaRef>
                      </c:ext>
                    </c:extLst>
                    <c:numCache>
                      <c:formatCode>m/d/yyyy</c:formatCode>
                      <c:ptCount val="15"/>
                      <c:pt idx="0">
                        <c:v>45951</c:v>
                      </c:pt>
                      <c:pt idx="1">
                        <c:v>45952</c:v>
                      </c:pt>
                      <c:pt idx="2">
                        <c:v>45953</c:v>
                      </c:pt>
                      <c:pt idx="3">
                        <c:v>45954</c:v>
                      </c:pt>
                      <c:pt idx="4">
                        <c:v>45955</c:v>
                      </c:pt>
                      <c:pt idx="5">
                        <c:v>45956</c:v>
                      </c:pt>
                      <c:pt idx="6">
                        <c:v>45957</c:v>
                      </c:pt>
                      <c:pt idx="7">
                        <c:v>45958</c:v>
                      </c:pt>
                      <c:pt idx="8">
                        <c:v>45959</c:v>
                      </c:pt>
                      <c:pt idx="9">
                        <c:v>45960</c:v>
                      </c:pt>
                      <c:pt idx="10">
                        <c:v>45961</c:v>
                      </c:pt>
                      <c:pt idx="11">
                        <c:v>45962</c:v>
                      </c:pt>
                      <c:pt idx="12">
                        <c:v>45963</c:v>
                      </c:pt>
                      <c:pt idx="13">
                        <c:v>45964</c:v>
                      </c:pt>
                      <c:pt idx="14">
                        <c:v>45965</c:v>
                      </c:pt>
                    </c:numCache>
                  </c:numRef>
                </c:cat>
                <c:val>
                  <c:numRef>
                    <c:extLst>
                      <c:ext uri="{02D57815-91ED-43cb-92C2-25804820EDAC}">
                        <c15:formulaRef>
                          <c15:sqref>Sheet1!$A$2:$A$16</c15:sqref>
                        </c15:formulaRef>
                      </c:ext>
                    </c:extLst>
                    <c:numCache>
                      <c:formatCode>m/d/yyyy</c:formatCode>
                      <c:ptCount val="15"/>
                      <c:pt idx="0">
                        <c:v>45951</c:v>
                      </c:pt>
                      <c:pt idx="1">
                        <c:v>45952</c:v>
                      </c:pt>
                      <c:pt idx="2">
                        <c:v>45953</c:v>
                      </c:pt>
                      <c:pt idx="3">
                        <c:v>45954</c:v>
                      </c:pt>
                      <c:pt idx="4">
                        <c:v>45955</c:v>
                      </c:pt>
                      <c:pt idx="5">
                        <c:v>45956</c:v>
                      </c:pt>
                      <c:pt idx="6">
                        <c:v>45957</c:v>
                      </c:pt>
                      <c:pt idx="7">
                        <c:v>45958</c:v>
                      </c:pt>
                      <c:pt idx="8">
                        <c:v>45959</c:v>
                      </c:pt>
                      <c:pt idx="9">
                        <c:v>45960</c:v>
                      </c:pt>
                      <c:pt idx="10">
                        <c:v>45961</c:v>
                      </c:pt>
                      <c:pt idx="11">
                        <c:v>45962</c:v>
                      </c:pt>
                      <c:pt idx="12">
                        <c:v>45963</c:v>
                      </c:pt>
                      <c:pt idx="13">
                        <c:v>45964</c:v>
                      </c:pt>
                      <c:pt idx="14">
                        <c:v>45965</c:v>
                      </c:pt>
                    </c:numCache>
                  </c:numRef>
                </c:val>
                <c:smooth val="0"/>
                <c:extLst>
                  <c:ext xmlns:c16="http://schemas.microsoft.com/office/drawing/2014/chart" uri="{C3380CC4-5D6E-409C-BE32-E72D297353CC}">
                    <c16:uniqueId val="{00000000-8B13-436D-B5AF-C54877E68A5C}"/>
                  </c:ext>
                </c:extLst>
              </c15:ser>
            </c15:filteredLineSeries>
          </c:ext>
        </c:extLst>
      </c:lineChart>
      <c:dateAx>
        <c:axId val="992480799"/>
        <c:scaling>
          <c:orientation val="minMax"/>
        </c:scaling>
        <c:delete val="0"/>
        <c:axPos val="b"/>
        <c:numFmt formatCode="m/d/yyyy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3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Sheet1!$A$2:$A$16</c:f>
              <c:numCache>
                <c:formatCode>m/d/yyyy</c:formatCode>
                <c:ptCount val="15"/>
                <c:pt idx="0">
                  <c:v>45951</c:v>
                </c:pt>
                <c:pt idx="1">
                  <c:v>45952</c:v>
                </c:pt>
                <c:pt idx="2">
                  <c:v>45953</c:v>
                </c:pt>
                <c:pt idx="3">
                  <c:v>45954</c:v>
                </c:pt>
                <c:pt idx="4">
                  <c:v>45955</c:v>
                </c:pt>
                <c:pt idx="5">
                  <c:v>45956</c:v>
                </c:pt>
                <c:pt idx="6">
                  <c:v>45957</c:v>
                </c:pt>
                <c:pt idx="7">
                  <c:v>45958</c:v>
                </c:pt>
                <c:pt idx="8">
                  <c:v>45959</c:v>
                </c:pt>
                <c:pt idx="9">
                  <c:v>45960</c:v>
                </c:pt>
                <c:pt idx="10">
                  <c:v>45961</c:v>
                </c:pt>
                <c:pt idx="11">
                  <c:v>45962</c:v>
                </c:pt>
                <c:pt idx="12">
                  <c:v>45963</c:v>
                </c:pt>
                <c:pt idx="13">
                  <c:v>45964</c:v>
                </c:pt>
                <c:pt idx="14">
                  <c:v>45965</c:v>
                </c:pt>
              </c:numCache>
            </c:numRef>
          </c:cat>
          <c:val>
            <c:numRef>
              <c:f>Sheet1!$B$2:$B$16</c:f>
              <c:numCache>
                <c:formatCode>0.0</c:formatCode>
                <c:ptCount val="15"/>
                <c:pt idx="0">
                  <c:v>54.4</c:v>
                </c:pt>
                <c:pt idx="1">
                  <c:v>54.4</c:v>
                </c:pt>
                <c:pt idx="2">
                  <c:v>54.4</c:v>
                </c:pt>
                <c:pt idx="3">
                  <c:v>53.1</c:v>
                </c:pt>
                <c:pt idx="4">
                  <c:v>50.5</c:v>
                </c:pt>
                <c:pt idx="5">
                  <c:v>51.5</c:v>
                </c:pt>
                <c:pt idx="6">
                  <c:v>48.1</c:v>
                </c:pt>
                <c:pt idx="7">
                  <c:v>45.6</c:v>
                </c:pt>
                <c:pt idx="8">
                  <c:v>46.3</c:v>
                </c:pt>
                <c:pt idx="9">
                  <c:v>45.8</c:v>
                </c:pt>
                <c:pt idx="10">
                  <c:v>46.4</c:v>
                </c:pt>
                <c:pt idx="11">
                  <c:v>45.9</c:v>
                </c:pt>
                <c:pt idx="12">
                  <c:v>45.7</c:v>
                </c:pt>
                <c:pt idx="13">
                  <c:v>45.3</c:v>
                </c:pt>
                <c:pt idx="14">
                  <c:v>46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Sheet1!$A$2:$A$16</c:f>
              <c:numCache>
                <c:formatCode>m/d/yyyy</c:formatCode>
                <c:ptCount val="15"/>
                <c:pt idx="0">
                  <c:v>45951</c:v>
                </c:pt>
                <c:pt idx="1">
                  <c:v>45952</c:v>
                </c:pt>
                <c:pt idx="2">
                  <c:v>45953</c:v>
                </c:pt>
                <c:pt idx="3">
                  <c:v>45954</c:v>
                </c:pt>
                <c:pt idx="4">
                  <c:v>45955</c:v>
                </c:pt>
                <c:pt idx="5">
                  <c:v>45956</c:v>
                </c:pt>
                <c:pt idx="6">
                  <c:v>45957</c:v>
                </c:pt>
                <c:pt idx="7">
                  <c:v>45958</c:v>
                </c:pt>
                <c:pt idx="8">
                  <c:v>45959</c:v>
                </c:pt>
                <c:pt idx="9">
                  <c:v>45960</c:v>
                </c:pt>
                <c:pt idx="10">
                  <c:v>45961</c:v>
                </c:pt>
                <c:pt idx="11">
                  <c:v>45962</c:v>
                </c:pt>
                <c:pt idx="12">
                  <c:v>45963</c:v>
                </c:pt>
                <c:pt idx="13">
                  <c:v>45964</c:v>
                </c:pt>
                <c:pt idx="14">
                  <c:v>45965</c:v>
                </c:pt>
              </c:numCache>
            </c:numRef>
          </c:cat>
          <c:val>
            <c:numRef>
              <c:f>Sheet1!$C$2:$C$16</c:f>
              <c:numCache>
                <c:formatCode>0.0</c:formatCode>
                <c:ptCount val="15"/>
                <c:pt idx="0">
                  <c:v>23.1</c:v>
                </c:pt>
                <c:pt idx="1">
                  <c:v>23.1</c:v>
                </c:pt>
                <c:pt idx="2">
                  <c:v>20.5</c:v>
                </c:pt>
                <c:pt idx="3">
                  <c:v>21.7</c:v>
                </c:pt>
                <c:pt idx="4">
                  <c:v>22.1</c:v>
                </c:pt>
                <c:pt idx="5">
                  <c:v>25.5</c:v>
                </c:pt>
                <c:pt idx="6">
                  <c:v>25.7</c:v>
                </c:pt>
                <c:pt idx="7">
                  <c:v>27.1</c:v>
                </c:pt>
                <c:pt idx="8">
                  <c:v>26</c:v>
                </c:pt>
                <c:pt idx="9">
                  <c:v>27.2</c:v>
                </c:pt>
                <c:pt idx="10">
                  <c:v>27.9</c:v>
                </c:pt>
                <c:pt idx="11">
                  <c:v>26.9</c:v>
                </c:pt>
                <c:pt idx="12">
                  <c:v>26.9</c:v>
                </c:pt>
                <c:pt idx="13">
                  <c:v>26.7</c:v>
                </c:pt>
                <c:pt idx="14">
                  <c:v>25.7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Sheet1!$A$2:$A$16</c:f>
              <c:numCache>
                <c:formatCode>m/d/yyyy</c:formatCode>
                <c:ptCount val="15"/>
                <c:pt idx="0">
                  <c:v>45951</c:v>
                </c:pt>
                <c:pt idx="1">
                  <c:v>45952</c:v>
                </c:pt>
                <c:pt idx="2">
                  <c:v>45953</c:v>
                </c:pt>
                <c:pt idx="3">
                  <c:v>45954</c:v>
                </c:pt>
                <c:pt idx="4">
                  <c:v>45955</c:v>
                </c:pt>
                <c:pt idx="5">
                  <c:v>45956</c:v>
                </c:pt>
                <c:pt idx="6">
                  <c:v>45957</c:v>
                </c:pt>
                <c:pt idx="7">
                  <c:v>45958</c:v>
                </c:pt>
                <c:pt idx="8">
                  <c:v>45959</c:v>
                </c:pt>
                <c:pt idx="9">
                  <c:v>45960</c:v>
                </c:pt>
                <c:pt idx="10">
                  <c:v>45961</c:v>
                </c:pt>
                <c:pt idx="11">
                  <c:v>45962</c:v>
                </c:pt>
                <c:pt idx="12">
                  <c:v>45963</c:v>
                </c:pt>
                <c:pt idx="13">
                  <c:v>45964</c:v>
                </c:pt>
                <c:pt idx="14">
                  <c:v>45965</c:v>
                </c:pt>
              </c:numCache>
            </c:numRef>
          </c:cat>
          <c:val>
            <c:numRef>
              <c:f>Sheet1!$D$2:$D$16</c:f>
              <c:numCache>
                <c:formatCode>0.0</c:formatCode>
                <c:ptCount val="15"/>
                <c:pt idx="0">
                  <c:v>1.7</c:v>
                </c:pt>
                <c:pt idx="1">
                  <c:v>1.7</c:v>
                </c:pt>
                <c:pt idx="2">
                  <c:v>4.2</c:v>
                </c:pt>
                <c:pt idx="3">
                  <c:v>5.3</c:v>
                </c:pt>
                <c:pt idx="4">
                  <c:v>5.9</c:v>
                </c:pt>
                <c:pt idx="5">
                  <c:v>5.2</c:v>
                </c:pt>
                <c:pt idx="6">
                  <c:v>4.3</c:v>
                </c:pt>
                <c:pt idx="7">
                  <c:v>3.2</c:v>
                </c:pt>
                <c:pt idx="8">
                  <c:v>3.7</c:v>
                </c:pt>
                <c:pt idx="9">
                  <c:v>3.9</c:v>
                </c:pt>
                <c:pt idx="10">
                  <c:v>3.6</c:v>
                </c:pt>
                <c:pt idx="11">
                  <c:v>3.3</c:v>
                </c:pt>
                <c:pt idx="12">
                  <c:v>3.3</c:v>
                </c:pt>
                <c:pt idx="13">
                  <c:v>3.6</c:v>
                </c:pt>
                <c:pt idx="14">
                  <c:v>4.2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Sheet1!$A$2:$A$16</c:f>
              <c:numCache>
                <c:formatCode>m/d/yyyy</c:formatCode>
                <c:ptCount val="15"/>
                <c:pt idx="0">
                  <c:v>45951</c:v>
                </c:pt>
                <c:pt idx="1">
                  <c:v>45952</c:v>
                </c:pt>
                <c:pt idx="2">
                  <c:v>45953</c:v>
                </c:pt>
                <c:pt idx="3">
                  <c:v>45954</c:v>
                </c:pt>
                <c:pt idx="4">
                  <c:v>45955</c:v>
                </c:pt>
                <c:pt idx="5">
                  <c:v>45956</c:v>
                </c:pt>
                <c:pt idx="6">
                  <c:v>45957</c:v>
                </c:pt>
                <c:pt idx="7">
                  <c:v>45958</c:v>
                </c:pt>
                <c:pt idx="8">
                  <c:v>45959</c:v>
                </c:pt>
                <c:pt idx="9">
                  <c:v>45960</c:v>
                </c:pt>
                <c:pt idx="10">
                  <c:v>45961</c:v>
                </c:pt>
                <c:pt idx="11">
                  <c:v>45962</c:v>
                </c:pt>
                <c:pt idx="12">
                  <c:v>45963</c:v>
                </c:pt>
                <c:pt idx="13">
                  <c:v>45964</c:v>
                </c:pt>
                <c:pt idx="14">
                  <c:v>45965</c:v>
                </c:pt>
              </c:numCache>
            </c:numRef>
          </c:cat>
          <c:val>
            <c:numRef>
              <c:f>Sheet1!$E$2:$E$16</c:f>
              <c:numCache>
                <c:formatCode>0.0</c:formatCode>
                <c:ptCount val="15"/>
                <c:pt idx="0">
                  <c:v>8.5</c:v>
                </c:pt>
                <c:pt idx="1">
                  <c:v>8.5</c:v>
                </c:pt>
                <c:pt idx="2">
                  <c:v>11.5</c:v>
                </c:pt>
                <c:pt idx="3">
                  <c:v>10.4</c:v>
                </c:pt>
                <c:pt idx="4">
                  <c:v>10.199999999999999</c:v>
                </c:pt>
                <c:pt idx="5">
                  <c:v>9.6</c:v>
                </c:pt>
                <c:pt idx="6">
                  <c:v>10.3</c:v>
                </c:pt>
                <c:pt idx="7">
                  <c:v>11.3</c:v>
                </c:pt>
                <c:pt idx="8">
                  <c:v>10.9</c:v>
                </c:pt>
                <c:pt idx="9">
                  <c:v>10.6</c:v>
                </c:pt>
                <c:pt idx="10">
                  <c:v>10.6</c:v>
                </c:pt>
                <c:pt idx="11">
                  <c:v>10.5</c:v>
                </c:pt>
                <c:pt idx="12">
                  <c:v>10.8</c:v>
                </c:pt>
                <c:pt idx="13">
                  <c:v>11.2</c:v>
                </c:pt>
                <c:pt idx="14">
                  <c:v>11.2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Sheet1!$A$2:$A$16</c:f>
              <c:numCache>
                <c:formatCode>m/d/yyyy</c:formatCode>
                <c:ptCount val="15"/>
                <c:pt idx="0">
                  <c:v>45951</c:v>
                </c:pt>
                <c:pt idx="1">
                  <c:v>45952</c:v>
                </c:pt>
                <c:pt idx="2">
                  <c:v>45953</c:v>
                </c:pt>
                <c:pt idx="3">
                  <c:v>45954</c:v>
                </c:pt>
                <c:pt idx="4">
                  <c:v>45955</c:v>
                </c:pt>
                <c:pt idx="5">
                  <c:v>45956</c:v>
                </c:pt>
                <c:pt idx="6">
                  <c:v>45957</c:v>
                </c:pt>
                <c:pt idx="7">
                  <c:v>45958</c:v>
                </c:pt>
                <c:pt idx="8">
                  <c:v>45959</c:v>
                </c:pt>
                <c:pt idx="9">
                  <c:v>45960</c:v>
                </c:pt>
                <c:pt idx="10">
                  <c:v>45961</c:v>
                </c:pt>
                <c:pt idx="11">
                  <c:v>45962</c:v>
                </c:pt>
                <c:pt idx="12">
                  <c:v>45963</c:v>
                </c:pt>
                <c:pt idx="13">
                  <c:v>45964</c:v>
                </c:pt>
                <c:pt idx="14">
                  <c:v>45965</c:v>
                </c:pt>
              </c:numCache>
            </c:numRef>
          </c:cat>
          <c:val>
            <c:numRef>
              <c:f>Sheet1!$F$2:$F$16</c:f>
              <c:numCache>
                <c:formatCode>0.0</c:formatCode>
                <c:ptCount val="15"/>
                <c:pt idx="0">
                  <c:v>0.9</c:v>
                </c:pt>
                <c:pt idx="1">
                  <c:v>0.9</c:v>
                </c:pt>
                <c:pt idx="2">
                  <c:v>0.4</c:v>
                </c:pt>
                <c:pt idx="3">
                  <c:v>0.6</c:v>
                </c:pt>
                <c:pt idx="4">
                  <c:v>1.9</c:v>
                </c:pt>
                <c:pt idx="5">
                  <c:v>1.9</c:v>
                </c:pt>
                <c:pt idx="6">
                  <c:v>1.7</c:v>
                </c:pt>
                <c:pt idx="7">
                  <c:v>1.9</c:v>
                </c:pt>
                <c:pt idx="8">
                  <c:v>2.2999999999999998</c:v>
                </c:pt>
                <c:pt idx="9">
                  <c:v>1.8</c:v>
                </c:pt>
                <c:pt idx="10">
                  <c:v>1.8</c:v>
                </c:pt>
                <c:pt idx="11">
                  <c:v>1.5</c:v>
                </c:pt>
                <c:pt idx="12">
                  <c:v>1.5</c:v>
                </c:pt>
                <c:pt idx="13">
                  <c:v>1.3</c:v>
                </c:pt>
                <c:pt idx="14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Sheet1!$A$2:$A$16</c:f>
              <c:numCache>
                <c:formatCode>m/d/yyyy</c:formatCode>
                <c:ptCount val="15"/>
                <c:pt idx="0">
                  <c:v>45951</c:v>
                </c:pt>
                <c:pt idx="1">
                  <c:v>45952</c:v>
                </c:pt>
                <c:pt idx="2">
                  <c:v>45953</c:v>
                </c:pt>
                <c:pt idx="3">
                  <c:v>45954</c:v>
                </c:pt>
                <c:pt idx="4">
                  <c:v>45955</c:v>
                </c:pt>
                <c:pt idx="5">
                  <c:v>45956</c:v>
                </c:pt>
                <c:pt idx="6">
                  <c:v>45957</c:v>
                </c:pt>
                <c:pt idx="7">
                  <c:v>45958</c:v>
                </c:pt>
                <c:pt idx="8">
                  <c:v>45959</c:v>
                </c:pt>
                <c:pt idx="9">
                  <c:v>45960</c:v>
                </c:pt>
                <c:pt idx="10">
                  <c:v>45961</c:v>
                </c:pt>
                <c:pt idx="11">
                  <c:v>45962</c:v>
                </c:pt>
                <c:pt idx="12">
                  <c:v>45963</c:v>
                </c:pt>
                <c:pt idx="13">
                  <c:v>45964</c:v>
                </c:pt>
                <c:pt idx="14">
                  <c:v>45965</c:v>
                </c:pt>
              </c:numCache>
            </c:numRef>
          </c:cat>
          <c:val>
            <c:numRef>
              <c:f>Sheet1!$G$2:$G$16</c:f>
              <c:numCache>
                <c:formatCode>0.0</c:formatCode>
                <c:ptCount val="15"/>
                <c:pt idx="0">
                  <c:v>11.3</c:v>
                </c:pt>
                <c:pt idx="1">
                  <c:v>11.3</c:v>
                </c:pt>
                <c:pt idx="2">
                  <c:v>9</c:v>
                </c:pt>
                <c:pt idx="3">
                  <c:v>8.8000000000000007</c:v>
                </c:pt>
                <c:pt idx="4">
                  <c:v>9.5</c:v>
                </c:pt>
                <c:pt idx="5">
                  <c:v>7.4</c:v>
                </c:pt>
                <c:pt idx="6">
                  <c:v>9.8000000000000007</c:v>
                </c:pt>
                <c:pt idx="7">
                  <c:v>10.9</c:v>
                </c:pt>
                <c:pt idx="8">
                  <c:v>10.8</c:v>
                </c:pt>
                <c:pt idx="9">
                  <c:v>10.7</c:v>
                </c:pt>
                <c:pt idx="10">
                  <c:v>9.6999999999999993</c:v>
                </c:pt>
                <c:pt idx="11">
                  <c:v>11.9</c:v>
                </c:pt>
                <c:pt idx="12">
                  <c:v>11.8</c:v>
                </c:pt>
                <c:pt idx="13">
                  <c:v>12</c:v>
                </c:pt>
                <c:pt idx="14">
                  <c:v>11.7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Sheet1!$A$2:$A$16</c:f>
              <c:numCache>
                <c:formatCode>m/d/yyyy</c:formatCode>
                <c:ptCount val="15"/>
                <c:pt idx="0">
                  <c:v>45951</c:v>
                </c:pt>
                <c:pt idx="1">
                  <c:v>45952</c:v>
                </c:pt>
                <c:pt idx="2">
                  <c:v>45953</c:v>
                </c:pt>
                <c:pt idx="3">
                  <c:v>45954</c:v>
                </c:pt>
                <c:pt idx="4">
                  <c:v>45955</c:v>
                </c:pt>
                <c:pt idx="5">
                  <c:v>45956</c:v>
                </c:pt>
                <c:pt idx="6">
                  <c:v>45957</c:v>
                </c:pt>
                <c:pt idx="7">
                  <c:v>45958</c:v>
                </c:pt>
                <c:pt idx="8">
                  <c:v>45959</c:v>
                </c:pt>
                <c:pt idx="9">
                  <c:v>45960</c:v>
                </c:pt>
                <c:pt idx="10">
                  <c:v>45961</c:v>
                </c:pt>
                <c:pt idx="11">
                  <c:v>45962</c:v>
                </c:pt>
                <c:pt idx="12">
                  <c:v>45963</c:v>
                </c:pt>
                <c:pt idx="13">
                  <c:v>45964</c:v>
                </c:pt>
                <c:pt idx="14">
                  <c:v>45965</c:v>
                </c:pt>
              </c:numCache>
            </c:numRef>
          </c:cat>
          <c:val>
            <c:numRef>
              <c:f>Sheet1!$B$2:$B$16</c:f>
              <c:numCache>
                <c:formatCode>0.0</c:formatCode>
                <c:ptCount val="15"/>
                <c:pt idx="0">
                  <c:v>47.4</c:v>
                </c:pt>
                <c:pt idx="1">
                  <c:v>47.4</c:v>
                </c:pt>
                <c:pt idx="2">
                  <c:v>47.1</c:v>
                </c:pt>
                <c:pt idx="3">
                  <c:v>46.7</c:v>
                </c:pt>
                <c:pt idx="4">
                  <c:v>47.7</c:v>
                </c:pt>
                <c:pt idx="5">
                  <c:v>45.8</c:v>
                </c:pt>
                <c:pt idx="6">
                  <c:v>44.6</c:v>
                </c:pt>
                <c:pt idx="7">
                  <c:v>44.8</c:v>
                </c:pt>
                <c:pt idx="8">
                  <c:v>44.3</c:v>
                </c:pt>
                <c:pt idx="9">
                  <c:v>46.2</c:v>
                </c:pt>
                <c:pt idx="10">
                  <c:v>46.9</c:v>
                </c:pt>
                <c:pt idx="11">
                  <c:v>45.5</c:v>
                </c:pt>
                <c:pt idx="12">
                  <c:v>45.4</c:v>
                </c:pt>
                <c:pt idx="13">
                  <c:v>46.1</c:v>
                </c:pt>
                <c:pt idx="14">
                  <c:v>46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Sheet1!$A$2:$A$16</c:f>
              <c:numCache>
                <c:formatCode>m/d/yyyy</c:formatCode>
                <c:ptCount val="15"/>
                <c:pt idx="0">
                  <c:v>45951</c:v>
                </c:pt>
                <c:pt idx="1">
                  <c:v>45952</c:v>
                </c:pt>
                <c:pt idx="2">
                  <c:v>45953</c:v>
                </c:pt>
                <c:pt idx="3">
                  <c:v>45954</c:v>
                </c:pt>
                <c:pt idx="4">
                  <c:v>45955</c:v>
                </c:pt>
                <c:pt idx="5">
                  <c:v>45956</c:v>
                </c:pt>
                <c:pt idx="6">
                  <c:v>45957</c:v>
                </c:pt>
                <c:pt idx="7">
                  <c:v>45958</c:v>
                </c:pt>
                <c:pt idx="8">
                  <c:v>45959</c:v>
                </c:pt>
                <c:pt idx="9">
                  <c:v>45960</c:v>
                </c:pt>
                <c:pt idx="10">
                  <c:v>45961</c:v>
                </c:pt>
                <c:pt idx="11">
                  <c:v>45962</c:v>
                </c:pt>
                <c:pt idx="12">
                  <c:v>45963</c:v>
                </c:pt>
                <c:pt idx="13">
                  <c:v>45964</c:v>
                </c:pt>
                <c:pt idx="14">
                  <c:v>45965</c:v>
                </c:pt>
              </c:numCache>
            </c:numRef>
          </c:cat>
          <c:val>
            <c:numRef>
              <c:f>Sheet1!$C$2:$C$16</c:f>
              <c:numCache>
                <c:formatCode>0.0</c:formatCode>
                <c:ptCount val="15"/>
                <c:pt idx="0">
                  <c:v>36</c:v>
                </c:pt>
                <c:pt idx="1">
                  <c:v>36</c:v>
                </c:pt>
                <c:pt idx="2">
                  <c:v>39.9</c:v>
                </c:pt>
                <c:pt idx="3">
                  <c:v>41.3</c:v>
                </c:pt>
                <c:pt idx="4">
                  <c:v>41.3</c:v>
                </c:pt>
                <c:pt idx="5">
                  <c:v>40.6</c:v>
                </c:pt>
                <c:pt idx="6">
                  <c:v>39.1</c:v>
                </c:pt>
                <c:pt idx="7">
                  <c:v>39.5</c:v>
                </c:pt>
                <c:pt idx="8">
                  <c:v>41.4</c:v>
                </c:pt>
                <c:pt idx="9">
                  <c:v>39.9</c:v>
                </c:pt>
                <c:pt idx="10">
                  <c:v>39.200000000000003</c:v>
                </c:pt>
                <c:pt idx="11">
                  <c:v>38.200000000000003</c:v>
                </c:pt>
                <c:pt idx="12">
                  <c:v>37.6</c:v>
                </c:pt>
                <c:pt idx="13">
                  <c:v>37.4</c:v>
                </c:pt>
                <c:pt idx="14">
                  <c:v>37.5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Sheet1!$A$2:$A$16</c:f>
              <c:numCache>
                <c:formatCode>m/d/yyyy</c:formatCode>
                <c:ptCount val="15"/>
                <c:pt idx="0">
                  <c:v>45951</c:v>
                </c:pt>
                <c:pt idx="1">
                  <c:v>45952</c:v>
                </c:pt>
                <c:pt idx="2">
                  <c:v>45953</c:v>
                </c:pt>
                <c:pt idx="3">
                  <c:v>45954</c:v>
                </c:pt>
                <c:pt idx="4">
                  <c:v>45955</c:v>
                </c:pt>
                <c:pt idx="5">
                  <c:v>45956</c:v>
                </c:pt>
                <c:pt idx="6">
                  <c:v>45957</c:v>
                </c:pt>
                <c:pt idx="7">
                  <c:v>45958</c:v>
                </c:pt>
                <c:pt idx="8">
                  <c:v>45959</c:v>
                </c:pt>
                <c:pt idx="9">
                  <c:v>45960</c:v>
                </c:pt>
                <c:pt idx="10">
                  <c:v>45961</c:v>
                </c:pt>
                <c:pt idx="11">
                  <c:v>45962</c:v>
                </c:pt>
                <c:pt idx="12">
                  <c:v>45963</c:v>
                </c:pt>
                <c:pt idx="13">
                  <c:v>45964</c:v>
                </c:pt>
                <c:pt idx="14">
                  <c:v>45965</c:v>
                </c:pt>
              </c:numCache>
            </c:numRef>
          </c:cat>
          <c:val>
            <c:numRef>
              <c:f>Sheet1!$D$2:$D$16</c:f>
              <c:numCache>
                <c:formatCode>0.0</c:formatCode>
                <c:ptCount val="15"/>
                <c:pt idx="0">
                  <c:v>5.0999999999999996</c:v>
                </c:pt>
                <c:pt idx="1">
                  <c:v>5.0999999999999996</c:v>
                </c:pt>
                <c:pt idx="2">
                  <c:v>6.1</c:v>
                </c:pt>
                <c:pt idx="3">
                  <c:v>5.4</c:v>
                </c:pt>
                <c:pt idx="4">
                  <c:v>5</c:v>
                </c:pt>
                <c:pt idx="5">
                  <c:v>4.7</c:v>
                </c:pt>
                <c:pt idx="6">
                  <c:v>4.8</c:v>
                </c:pt>
                <c:pt idx="7">
                  <c:v>4.7</c:v>
                </c:pt>
                <c:pt idx="8">
                  <c:v>5</c:v>
                </c:pt>
                <c:pt idx="9">
                  <c:v>3.5</c:v>
                </c:pt>
                <c:pt idx="10">
                  <c:v>4.0999999999999996</c:v>
                </c:pt>
                <c:pt idx="11">
                  <c:v>5.3</c:v>
                </c:pt>
                <c:pt idx="12">
                  <c:v>5.8</c:v>
                </c:pt>
                <c:pt idx="13">
                  <c:v>5.2</c:v>
                </c:pt>
                <c:pt idx="14">
                  <c:v>5.0999999999999996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Sheet1!$A$2:$A$16</c:f>
              <c:numCache>
                <c:formatCode>m/d/yyyy</c:formatCode>
                <c:ptCount val="15"/>
                <c:pt idx="0">
                  <c:v>45951</c:v>
                </c:pt>
                <c:pt idx="1">
                  <c:v>45952</c:v>
                </c:pt>
                <c:pt idx="2">
                  <c:v>45953</c:v>
                </c:pt>
                <c:pt idx="3">
                  <c:v>45954</c:v>
                </c:pt>
                <c:pt idx="4">
                  <c:v>45955</c:v>
                </c:pt>
                <c:pt idx="5">
                  <c:v>45956</c:v>
                </c:pt>
                <c:pt idx="6">
                  <c:v>45957</c:v>
                </c:pt>
                <c:pt idx="7">
                  <c:v>45958</c:v>
                </c:pt>
                <c:pt idx="8">
                  <c:v>45959</c:v>
                </c:pt>
                <c:pt idx="9">
                  <c:v>45960</c:v>
                </c:pt>
                <c:pt idx="10">
                  <c:v>45961</c:v>
                </c:pt>
                <c:pt idx="11">
                  <c:v>45962</c:v>
                </c:pt>
                <c:pt idx="12">
                  <c:v>45963</c:v>
                </c:pt>
                <c:pt idx="13">
                  <c:v>45964</c:v>
                </c:pt>
                <c:pt idx="14">
                  <c:v>45965</c:v>
                </c:pt>
              </c:numCache>
            </c:numRef>
          </c:cat>
          <c:val>
            <c:numRef>
              <c:f>Sheet1!$E$2:$E$16</c:f>
              <c:numCache>
                <c:formatCode>0.0</c:formatCode>
                <c:ptCount val="15"/>
                <c:pt idx="0">
                  <c:v>1.9</c:v>
                </c:pt>
                <c:pt idx="1">
                  <c:v>1.9</c:v>
                </c:pt>
                <c:pt idx="2">
                  <c:v>1.5</c:v>
                </c:pt>
                <c:pt idx="3">
                  <c:v>0.5</c:v>
                </c:pt>
                <c:pt idx="4">
                  <c:v>1.3</c:v>
                </c:pt>
                <c:pt idx="5">
                  <c:v>1.9</c:v>
                </c:pt>
                <c:pt idx="6">
                  <c:v>2.5</c:v>
                </c:pt>
                <c:pt idx="7">
                  <c:v>2.5</c:v>
                </c:pt>
                <c:pt idx="8">
                  <c:v>1.9</c:v>
                </c:pt>
                <c:pt idx="9">
                  <c:v>1.7</c:v>
                </c:pt>
                <c:pt idx="10">
                  <c:v>2.2000000000000002</c:v>
                </c:pt>
                <c:pt idx="11">
                  <c:v>2.4</c:v>
                </c:pt>
                <c:pt idx="12">
                  <c:v>2.6</c:v>
                </c:pt>
                <c:pt idx="13">
                  <c:v>3.2</c:v>
                </c:pt>
                <c:pt idx="14">
                  <c:v>3.1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Sheet1!$A$2:$A$16</c:f>
              <c:numCache>
                <c:formatCode>m/d/yyyy</c:formatCode>
                <c:ptCount val="15"/>
                <c:pt idx="0">
                  <c:v>45951</c:v>
                </c:pt>
                <c:pt idx="1">
                  <c:v>45952</c:v>
                </c:pt>
                <c:pt idx="2">
                  <c:v>45953</c:v>
                </c:pt>
                <c:pt idx="3">
                  <c:v>45954</c:v>
                </c:pt>
                <c:pt idx="4">
                  <c:v>45955</c:v>
                </c:pt>
                <c:pt idx="5">
                  <c:v>45956</c:v>
                </c:pt>
                <c:pt idx="6">
                  <c:v>45957</c:v>
                </c:pt>
                <c:pt idx="7">
                  <c:v>45958</c:v>
                </c:pt>
                <c:pt idx="8">
                  <c:v>45959</c:v>
                </c:pt>
                <c:pt idx="9">
                  <c:v>45960</c:v>
                </c:pt>
                <c:pt idx="10">
                  <c:v>45961</c:v>
                </c:pt>
                <c:pt idx="11">
                  <c:v>45962</c:v>
                </c:pt>
                <c:pt idx="12">
                  <c:v>45963</c:v>
                </c:pt>
                <c:pt idx="13">
                  <c:v>45964</c:v>
                </c:pt>
                <c:pt idx="14">
                  <c:v>45965</c:v>
                </c:pt>
              </c:numCache>
            </c:numRef>
          </c:cat>
          <c:val>
            <c:numRef>
              <c:f>Sheet1!$F$2:$F$16</c:f>
              <c:numCache>
                <c:formatCode>0.0</c:formatCode>
                <c:ptCount val="15"/>
                <c:pt idx="0">
                  <c:v>0.3</c:v>
                </c:pt>
                <c:pt idx="1">
                  <c:v>0.3</c:v>
                </c:pt>
                <c:pt idx="2">
                  <c:v>0.1</c:v>
                </c:pt>
                <c:pt idx="3">
                  <c:v>0.2</c:v>
                </c:pt>
                <c:pt idx="4">
                  <c:v>0</c:v>
                </c:pt>
                <c:pt idx="5">
                  <c:v>0.5</c:v>
                </c:pt>
                <c:pt idx="6">
                  <c:v>0.7</c:v>
                </c:pt>
                <c:pt idx="7">
                  <c:v>0.5</c:v>
                </c:pt>
                <c:pt idx="8">
                  <c:v>0.3</c:v>
                </c:pt>
                <c:pt idx="9">
                  <c:v>0.5</c:v>
                </c:pt>
                <c:pt idx="10">
                  <c:v>0.6</c:v>
                </c:pt>
                <c:pt idx="11">
                  <c:v>0.7</c:v>
                </c:pt>
                <c:pt idx="12">
                  <c:v>0.7</c:v>
                </c:pt>
                <c:pt idx="13">
                  <c:v>0.8</c:v>
                </c:pt>
                <c:pt idx="14">
                  <c:v>0.7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Sheet1!$A$2:$A$16</c:f>
              <c:numCache>
                <c:formatCode>m/d/yyyy</c:formatCode>
                <c:ptCount val="15"/>
                <c:pt idx="0">
                  <c:v>45951</c:v>
                </c:pt>
                <c:pt idx="1">
                  <c:v>45952</c:v>
                </c:pt>
                <c:pt idx="2">
                  <c:v>45953</c:v>
                </c:pt>
                <c:pt idx="3">
                  <c:v>45954</c:v>
                </c:pt>
                <c:pt idx="4">
                  <c:v>45955</c:v>
                </c:pt>
                <c:pt idx="5">
                  <c:v>45956</c:v>
                </c:pt>
                <c:pt idx="6">
                  <c:v>45957</c:v>
                </c:pt>
                <c:pt idx="7">
                  <c:v>45958</c:v>
                </c:pt>
                <c:pt idx="8">
                  <c:v>45959</c:v>
                </c:pt>
                <c:pt idx="9">
                  <c:v>45960</c:v>
                </c:pt>
                <c:pt idx="10">
                  <c:v>45961</c:v>
                </c:pt>
                <c:pt idx="11">
                  <c:v>45962</c:v>
                </c:pt>
                <c:pt idx="12">
                  <c:v>45963</c:v>
                </c:pt>
                <c:pt idx="13">
                  <c:v>45964</c:v>
                </c:pt>
                <c:pt idx="14">
                  <c:v>45965</c:v>
                </c:pt>
              </c:numCache>
            </c:numRef>
          </c:cat>
          <c:val>
            <c:numRef>
              <c:f>Sheet1!$G$2:$G$16</c:f>
              <c:numCache>
                <c:formatCode>0.0</c:formatCode>
                <c:ptCount val="15"/>
                <c:pt idx="0">
                  <c:v>9.1999999999999993</c:v>
                </c:pt>
                <c:pt idx="1">
                  <c:v>9.1999999999999993</c:v>
                </c:pt>
                <c:pt idx="2">
                  <c:v>5.2</c:v>
                </c:pt>
                <c:pt idx="3">
                  <c:v>6</c:v>
                </c:pt>
                <c:pt idx="4">
                  <c:v>6.6</c:v>
                </c:pt>
                <c:pt idx="5">
                  <c:v>7.6</c:v>
                </c:pt>
                <c:pt idx="6">
                  <c:v>8.3000000000000007</c:v>
                </c:pt>
                <c:pt idx="7">
                  <c:v>8.1</c:v>
                </c:pt>
                <c:pt idx="8">
                  <c:v>7</c:v>
                </c:pt>
                <c:pt idx="9">
                  <c:v>8.1</c:v>
                </c:pt>
                <c:pt idx="10">
                  <c:v>7.1</c:v>
                </c:pt>
                <c:pt idx="11">
                  <c:v>7.8</c:v>
                </c:pt>
                <c:pt idx="12">
                  <c:v>8</c:v>
                </c:pt>
                <c:pt idx="13">
                  <c:v>7.3</c:v>
                </c:pt>
                <c:pt idx="14">
                  <c:v>7.5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Sheet1!$A$2:$A$16</c:f>
              <c:numCache>
                <c:formatCode>m/d/yyyy</c:formatCode>
                <c:ptCount val="15"/>
                <c:pt idx="0">
                  <c:v>45951</c:v>
                </c:pt>
                <c:pt idx="1">
                  <c:v>45952</c:v>
                </c:pt>
                <c:pt idx="2">
                  <c:v>45953</c:v>
                </c:pt>
                <c:pt idx="3">
                  <c:v>45954</c:v>
                </c:pt>
                <c:pt idx="4">
                  <c:v>45955</c:v>
                </c:pt>
                <c:pt idx="5">
                  <c:v>45956</c:v>
                </c:pt>
                <c:pt idx="6">
                  <c:v>45957</c:v>
                </c:pt>
                <c:pt idx="7">
                  <c:v>45958</c:v>
                </c:pt>
                <c:pt idx="8">
                  <c:v>45959</c:v>
                </c:pt>
                <c:pt idx="9">
                  <c:v>45960</c:v>
                </c:pt>
                <c:pt idx="10">
                  <c:v>45961</c:v>
                </c:pt>
                <c:pt idx="11">
                  <c:v>45962</c:v>
                </c:pt>
                <c:pt idx="12">
                  <c:v>45963</c:v>
                </c:pt>
                <c:pt idx="13">
                  <c:v>45964</c:v>
                </c:pt>
                <c:pt idx="14">
                  <c:v>45965</c:v>
                </c:pt>
              </c:numCache>
            </c:numRef>
          </c:cat>
          <c:val>
            <c:numRef>
              <c:f>Sheet1!$B$2:$B$16</c:f>
              <c:numCache>
                <c:formatCode>0.0</c:formatCode>
                <c:ptCount val="15"/>
                <c:pt idx="0">
                  <c:v>42.9</c:v>
                </c:pt>
                <c:pt idx="1">
                  <c:v>42.9</c:v>
                </c:pt>
                <c:pt idx="2">
                  <c:v>41</c:v>
                </c:pt>
                <c:pt idx="3">
                  <c:v>40.9</c:v>
                </c:pt>
                <c:pt idx="4">
                  <c:v>41</c:v>
                </c:pt>
                <c:pt idx="5">
                  <c:v>42.1</c:v>
                </c:pt>
                <c:pt idx="6">
                  <c:v>41.8</c:v>
                </c:pt>
                <c:pt idx="7">
                  <c:v>42.1</c:v>
                </c:pt>
                <c:pt idx="8">
                  <c:v>41.4</c:v>
                </c:pt>
                <c:pt idx="9">
                  <c:v>42</c:v>
                </c:pt>
                <c:pt idx="10">
                  <c:v>41.8</c:v>
                </c:pt>
                <c:pt idx="11">
                  <c:v>40.9</c:v>
                </c:pt>
                <c:pt idx="12">
                  <c:v>41.4</c:v>
                </c:pt>
                <c:pt idx="13">
                  <c:v>41.8</c:v>
                </c:pt>
                <c:pt idx="14">
                  <c:v>43.6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Sheet1!$A$2:$A$16</c:f>
              <c:numCache>
                <c:formatCode>m/d/yyyy</c:formatCode>
                <c:ptCount val="15"/>
                <c:pt idx="0">
                  <c:v>45951</c:v>
                </c:pt>
                <c:pt idx="1">
                  <c:v>45952</c:v>
                </c:pt>
                <c:pt idx="2">
                  <c:v>45953</c:v>
                </c:pt>
                <c:pt idx="3">
                  <c:v>45954</c:v>
                </c:pt>
                <c:pt idx="4">
                  <c:v>45955</c:v>
                </c:pt>
                <c:pt idx="5">
                  <c:v>45956</c:v>
                </c:pt>
                <c:pt idx="6">
                  <c:v>45957</c:v>
                </c:pt>
                <c:pt idx="7">
                  <c:v>45958</c:v>
                </c:pt>
                <c:pt idx="8">
                  <c:v>45959</c:v>
                </c:pt>
                <c:pt idx="9">
                  <c:v>45960</c:v>
                </c:pt>
                <c:pt idx="10">
                  <c:v>45961</c:v>
                </c:pt>
                <c:pt idx="11">
                  <c:v>45962</c:v>
                </c:pt>
                <c:pt idx="12">
                  <c:v>45963</c:v>
                </c:pt>
                <c:pt idx="13">
                  <c:v>45964</c:v>
                </c:pt>
                <c:pt idx="14">
                  <c:v>45965</c:v>
                </c:pt>
              </c:numCache>
            </c:numRef>
          </c:cat>
          <c:val>
            <c:numRef>
              <c:f>Sheet1!$C$2:$C$16</c:f>
              <c:numCache>
                <c:formatCode>0.0</c:formatCode>
                <c:ptCount val="15"/>
                <c:pt idx="0">
                  <c:v>43.4</c:v>
                </c:pt>
                <c:pt idx="1">
                  <c:v>43.4</c:v>
                </c:pt>
                <c:pt idx="2">
                  <c:v>44.4</c:v>
                </c:pt>
                <c:pt idx="3">
                  <c:v>43.7</c:v>
                </c:pt>
                <c:pt idx="4">
                  <c:v>42.2</c:v>
                </c:pt>
                <c:pt idx="5">
                  <c:v>43.3</c:v>
                </c:pt>
                <c:pt idx="6">
                  <c:v>42.7</c:v>
                </c:pt>
                <c:pt idx="7">
                  <c:v>42.9</c:v>
                </c:pt>
                <c:pt idx="8">
                  <c:v>45.2</c:v>
                </c:pt>
                <c:pt idx="9">
                  <c:v>44.6</c:v>
                </c:pt>
                <c:pt idx="10">
                  <c:v>45.6</c:v>
                </c:pt>
                <c:pt idx="11">
                  <c:v>46.1</c:v>
                </c:pt>
                <c:pt idx="12">
                  <c:v>45.2</c:v>
                </c:pt>
                <c:pt idx="13">
                  <c:v>44.8</c:v>
                </c:pt>
                <c:pt idx="14">
                  <c:v>43.7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Sheet1!$A$2:$A$16</c:f>
              <c:numCache>
                <c:formatCode>m/d/yyyy</c:formatCode>
                <c:ptCount val="15"/>
                <c:pt idx="0">
                  <c:v>45951</c:v>
                </c:pt>
                <c:pt idx="1">
                  <c:v>45952</c:v>
                </c:pt>
                <c:pt idx="2">
                  <c:v>45953</c:v>
                </c:pt>
                <c:pt idx="3">
                  <c:v>45954</c:v>
                </c:pt>
                <c:pt idx="4">
                  <c:v>45955</c:v>
                </c:pt>
                <c:pt idx="5">
                  <c:v>45956</c:v>
                </c:pt>
                <c:pt idx="6">
                  <c:v>45957</c:v>
                </c:pt>
                <c:pt idx="7">
                  <c:v>45958</c:v>
                </c:pt>
                <c:pt idx="8">
                  <c:v>45959</c:v>
                </c:pt>
                <c:pt idx="9">
                  <c:v>45960</c:v>
                </c:pt>
                <c:pt idx="10">
                  <c:v>45961</c:v>
                </c:pt>
                <c:pt idx="11">
                  <c:v>45962</c:v>
                </c:pt>
                <c:pt idx="12">
                  <c:v>45963</c:v>
                </c:pt>
                <c:pt idx="13">
                  <c:v>45964</c:v>
                </c:pt>
                <c:pt idx="14">
                  <c:v>45965</c:v>
                </c:pt>
              </c:numCache>
            </c:numRef>
          </c:cat>
          <c:val>
            <c:numRef>
              <c:f>Sheet1!$D$2:$D$16</c:f>
              <c:numCache>
                <c:formatCode>0.0</c:formatCode>
                <c:ptCount val="15"/>
                <c:pt idx="0">
                  <c:v>2.6</c:v>
                </c:pt>
                <c:pt idx="1">
                  <c:v>2.6</c:v>
                </c:pt>
                <c:pt idx="2">
                  <c:v>3.1</c:v>
                </c:pt>
                <c:pt idx="3">
                  <c:v>3.3</c:v>
                </c:pt>
                <c:pt idx="4">
                  <c:v>3.6</c:v>
                </c:pt>
                <c:pt idx="5">
                  <c:v>3.8</c:v>
                </c:pt>
                <c:pt idx="6">
                  <c:v>3</c:v>
                </c:pt>
                <c:pt idx="7">
                  <c:v>3.3</c:v>
                </c:pt>
                <c:pt idx="8">
                  <c:v>3.4</c:v>
                </c:pt>
                <c:pt idx="9">
                  <c:v>3.9</c:v>
                </c:pt>
                <c:pt idx="10">
                  <c:v>4.3</c:v>
                </c:pt>
                <c:pt idx="11">
                  <c:v>4.4000000000000004</c:v>
                </c:pt>
                <c:pt idx="12">
                  <c:v>4.5</c:v>
                </c:pt>
                <c:pt idx="13">
                  <c:v>4.8</c:v>
                </c:pt>
                <c:pt idx="14">
                  <c:v>4.2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Sheet1!$A$2:$A$16</c:f>
              <c:numCache>
                <c:formatCode>m/d/yyyy</c:formatCode>
                <c:ptCount val="15"/>
                <c:pt idx="0">
                  <c:v>45951</c:v>
                </c:pt>
                <c:pt idx="1">
                  <c:v>45952</c:v>
                </c:pt>
                <c:pt idx="2">
                  <c:v>45953</c:v>
                </c:pt>
                <c:pt idx="3">
                  <c:v>45954</c:v>
                </c:pt>
                <c:pt idx="4">
                  <c:v>45955</c:v>
                </c:pt>
                <c:pt idx="5">
                  <c:v>45956</c:v>
                </c:pt>
                <c:pt idx="6">
                  <c:v>45957</c:v>
                </c:pt>
                <c:pt idx="7">
                  <c:v>45958</c:v>
                </c:pt>
                <c:pt idx="8">
                  <c:v>45959</c:v>
                </c:pt>
                <c:pt idx="9">
                  <c:v>45960</c:v>
                </c:pt>
                <c:pt idx="10">
                  <c:v>45961</c:v>
                </c:pt>
                <c:pt idx="11">
                  <c:v>45962</c:v>
                </c:pt>
                <c:pt idx="12">
                  <c:v>45963</c:v>
                </c:pt>
                <c:pt idx="13">
                  <c:v>45964</c:v>
                </c:pt>
                <c:pt idx="14">
                  <c:v>45965</c:v>
                </c:pt>
              </c:numCache>
            </c:numRef>
          </c:cat>
          <c:val>
            <c:numRef>
              <c:f>Sheet1!$E$2:$E$16</c:f>
              <c:numCache>
                <c:formatCode>0.0</c:formatCode>
                <c:ptCount val="15"/>
                <c:pt idx="0">
                  <c:v>1.1000000000000001</c:v>
                </c:pt>
                <c:pt idx="1">
                  <c:v>1.1000000000000001</c:v>
                </c:pt>
                <c:pt idx="2">
                  <c:v>1.3</c:v>
                </c:pt>
                <c:pt idx="3">
                  <c:v>1.1000000000000001</c:v>
                </c:pt>
                <c:pt idx="4">
                  <c:v>0.9</c:v>
                </c:pt>
                <c:pt idx="5">
                  <c:v>0.7</c:v>
                </c:pt>
                <c:pt idx="6">
                  <c:v>1.4</c:v>
                </c:pt>
                <c:pt idx="7">
                  <c:v>1.3</c:v>
                </c:pt>
                <c:pt idx="8">
                  <c:v>0.7</c:v>
                </c:pt>
                <c:pt idx="9">
                  <c:v>0.9</c:v>
                </c:pt>
                <c:pt idx="10">
                  <c:v>0.9</c:v>
                </c:pt>
                <c:pt idx="11">
                  <c:v>0.9</c:v>
                </c:pt>
                <c:pt idx="12">
                  <c:v>1</c:v>
                </c:pt>
                <c:pt idx="13">
                  <c:v>1.1000000000000001</c:v>
                </c:pt>
                <c:pt idx="14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Sheet1!$A$2:$A$16</c:f>
              <c:numCache>
                <c:formatCode>m/d/yyyy</c:formatCode>
                <c:ptCount val="15"/>
                <c:pt idx="0">
                  <c:v>45951</c:v>
                </c:pt>
                <c:pt idx="1">
                  <c:v>45952</c:v>
                </c:pt>
                <c:pt idx="2">
                  <c:v>45953</c:v>
                </c:pt>
                <c:pt idx="3">
                  <c:v>45954</c:v>
                </c:pt>
                <c:pt idx="4">
                  <c:v>45955</c:v>
                </c:pt>
                <c:pt idx="5">
                  <c:v>45956</c:v>
                </c:pt>
                <c:pt idx="6">
                  <c:v>45957</c:v>
                </c:pt>
                <c:pt idx="7">
                  <c:v>45958</c:v>
                </c:pt>
                <c:pt idx="8">
                  <c:v>45959</c:v>
                </c:pt>
                <c:pt idx="9">
                  <c:v>45960</c:v>
                </c:pt>
                <c:pt idx="10">
                  <c:v>45961</c:v>
                </c:pt>
                <c:pt idx="11">
                  <c:v>45962</c:v>
                </c:pt>
                <c:pt idx="12">
                  <c:v>45963</c:v>
                </c:pt>
                <c:pt idx="13">
                  <c:v>45964</c:v>
                </c:pt>
                <c:pt idx="14">
                  <c:v>45965</c:v>
                </c:pt>
              </c:numCache>
            </c:numRef>
          </c:cat>
          <c:val>
            <c:numRef>
              <c:f>Sheet1!$F$2:$F$16</c:f>
              <c:numCache>
                <c:formatCode>0.0</c:formatCode>
                <c:ptCount val="15"/>
                <c:pt idx="0">
                  <c:v>0.9</c:v>
                </c:pt>
                <c:pt idx="1">
                  <c:v>0.9</c:v>
                </c:pt>
                <c:pt idx="2">
                  <c:v>1.3</c:v>
                </c:pt>
                <c:pt idx="3">
                  <c:v>2.7</c:v>
                </c:pt>
                <c:pt idx="4">
                  <c:v>2.2999999999999998</c:v>
                </c:pt>
                <c:pt idx="5">
                  <c:v>1.2</c:v>
                </c:pt>
                <c:pt idx="6">
                  <c:v>0.8</c:v>
                </c:pt>
                <c:pt idx="7">
                  <c:v>1.1000000000000001</c:v>
                </c:pt>
                <c:pt idx="8">
                  <c:v>0.8</c:v>
                </c:pt>
                <c:pt idx="9">
                  <c:v>0.6</c:v>
                </c:pt>
                <c:pt idx="10">
                  <c:v>0.5</c:v>
                </c:pt>
                <c:pt idx="11">
                  <c:v>0.5</c:v>
                </c:pt>
                <c:pt idx="12">
                  <c:v>0.5</c:v>
                </c:pt>
                <c:pt idx="13">
                  <c:v>0.4</c:v>
                </c:pt>
                <c:pt idx="14">
                  <c:v>0.3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Sheet1!$A$2:$A$16</c:f>
              <c:numCache>
                <c:formatCode>m/d/yyyy</c:formatCode>
                <c:ptCount val="15"/>
                <c:pt idx="0">
                  <c:v>45951</c:v>
                </c:pt>
                <c:pt idx="1">
                  <c:v>45952</c:v>
                </c:pt>
                <c:pt idx="2">
                  <c:v>45953</c:v>
                </c:pt>
                <c:pt idx="3">
                  <c:v>45954</c:v>
                </c:pt>
                <c:pt idx="4">
                  <c:v>45955</c:v>
                </c:pt>
                <c:pt idx="5">
                  <c:v>45956</c:v>
                </c:pt>
                <c:pt idx="6">
                  <c:v>45957</c:v>
                </c:pt>
                <c:pt idx="7">
                  <c:v>45958</c:v>
                </c:pt>
                <c:pt idx="8">
                  <c:v>45959</c:v>
                </c:pt>
                <c:pt idx="9">
                  <c:v>45960</c:v>
                </c:pt>
                <c:pt idx="10">
                  <c:v>45961</c:v>
                </c:pt>
                <c:pt idx="11">
                  <c:v>45962</c:v>
                </c:pt>
                <c:pt idx="12">
                  <c:v>45963</c:v>
                </c:pt>
                <c:pt idx="13">
                  <c:v>45964</c:v>
                </c:pt>
                <c:pt idx="14">
                  <c:v>45965</c:v>
                </c:pt>
              </c:numCache>
            </c:numRef>
          </c:cat>
          <c:val>
            <c:numRef>
              <c:f>Sheet1!$G$2:$G$16</c:f>
              <c:numCache>
                <c:formatCode>0.0</c:formatCode>
                <c:ptCount val="15"/>
                <c:pt idx="0">
                  <c:v>9.1</c:v>
                </c:pt>
                <c:pt idx="1">
                  <c:v>9.1</c:v>
                </c:pt>
                <c:pt idx="2">
                  <c:v>9</c:v>
                </c:pt>
                <c:pt idx="3">
                  <c:v>8.3000000000000007</c:v>
                </c:pt>
                <c:pt idx="4">
                  <c:v>8.1</c:v>
                </c:pt>
                <c:pt idx="5">
                  <c:v>8.9</c:v>
                </c:pt>
                <c:pt idx="6">
                  <c:v>10.199999999999999</c:v>
                </c:pt>
                <c:pt idx="7">
                  <c:v>9.4</c:v>
                </c:pt>
                <c:pt idx="8">
                  <c:v>8.6</c:v>
                </c:pt>
                <c:pt idx="9">
                  <c:v>8.1</c:v>
                </c:pt>
                <c:pt idx="10">
                  <c:v>6.9</c:v>
                </c:pt>
                <c:pt idx="11">
                  <c:v>7.3</c:v>
                </c:pt>
                <c:pt idx="12">
                  <c:v>7.3</c:v>
                </c:pt>
                <c:pt idx="13">
                  <c:v>7.1</c:v>
                </c:pt>
                <c:pt idx="14">
                  <c:v>6.9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Sheet1!$A$2:$A$15</c:f>
              <c:numCache>
                <c:formatCode>m/d/yyyy</c:formatCode>
                <c:ptCount val="14"/>
                <c:pt idx="0">
                  <c:v>45951</c:v>
                </c:pt>
                <c:pt idx="1">
                  <c:v>45952</c:v>
                </c:pt>
                <c:pt idx="2">
                  <c:v>45953</c:v>
                </c:pt>
                <c:pt idx="3">
                  <c:v>45954</c:v>
                </c:pt>
                <c:pt idx="4">
                  <c:v>45955</c:v>
                </c:pt>
                <c:pt idx="5">
                  <c:v>45956</c:v>
                </c:pt>
                <c:pt idx="6">
                  <c:v>45957</c:v>
                </c:pt>
                <c:pt idx="7">
                  <c:v>45958</c:v>
                </c:pt>
                <c:pt idx="8">
                  <c:v>45959</c:v>
                </c:pt>
                <c:pt idx="9">
                  <c:v>45960</c:v>
                </c:pt>
                <c:pt idx="10">
                  <c:v>45961</c:v>
                </c:pt>
                <c:pt idx="11">
                  <c:v>45962</c:v>
                </c:pt>
                <c:pt idx="12">
                  <c:v>45963</c:v>
                </c:pt>
                <c:pt idx="13">
                  <c:v>45964</c:v>
                </c:pt>
              </c:numCache>
            </c:numRef>
          </c:cat>
          <c:val>
            <c:numRef>
              <c:f>Sheet1!$B$2:$B$15</c:f>
              <c:numCache>
                <c:formatCode>0.0</c:formatCode>
                <c:ptCount val="14"/>
                <c:pt idx="0">
                  <c:v>49</c:v>
                </c:pt>
                <c:pt idx="1">
                  <c:v>49</c:v>
                </c:pt>
                <c:pt idx="2">
                  <c:v>50</c:v>
                </c:pt>
                <c:pt idx="3">
                  <c:v>49.6</c:v>
                </c:pt>
                <c:pt idx="4">
                  <c:v>48.8</c:v>
                </c:pt>
                <c:pt idx="5">
                  <c:v>47.4</c:v>
                </c:pt>
                <c:pt idx="6">
                  <c:v>44.5</c:v>
                </c:pt>
                <c:pt idx="7">
                  <c:v>45.8</c:v>
                </c:pt>
                <c:pt idx="8">
                  <c:v>46.5</c:v>
                </c:pt>
                <c:pt idx="9">
                  <c:v>47.6</c:v>
                </c:pt>
                <c:pt idx="10">
                  <c:v>47.2</c:v>
                </c:pt>
                <c:pt idx="11">
                  <c:v>46.1</c:v>
                </c:pt>
                <c:pt idx="12">
                  <c:v>46.3</c:v>
                </c:pt>
                <c:pt idx="13">
                  <c:v>47.1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Sheet1!$A$2:$A$15</c:f>
              <c:numCache>
                <c:formatCode>m/d/yyyy</c:formatCode>
                <c:ptCount val="14"/>
                <c:pt idx="0">
                  <c:v>45951</c:v>
                </c:pt>
                <c:pt idx="1">
                  <c:v>45952</c:v>
                </c:pt>
                <c:pt idx="2">
                  <c:v>45953</c:v>
                </c:pt>
                <c:pt idx="3">
                  <c:v>45954</c:v>
                </c:pt>
                <c:pt idx="4">
                  <c:v>45955</c:v>
                </c:pt>
                <c:pt idx="5">
                  <c:v>45956</c:v>
                </c:pt>
                <c:pt idx="6">
                  <c:v>45957</c:v>
                </c:pt>
                <c:pt idx="7">
                  <c:v>45958</c:v>
                </c:pt>
                <c:pt idx="8">
                  <c:v>45959</c:v>
                </c:pt>
                <c:pt idx="9">
                  <c:v>45960</c:v>
                </c:pt>
                <c:pt idx="10">
                  <c:v>45961</c:v>
                </c:pt>
                <c:pt idx="11">
                  <c:v>45962</c:v>
                </c:pt>
                <c:pt idx="12">
                  <c:v>45963</c:v>
                </c:pt>
                <c:pt idx="13">
                  <c:v>45964</c:v>
                </c:pt>
              </c:numCache>
            </c:numRef>
          </c:cat>
          <c:val>
            <c:numRef>
              <c:f>Sheet1!$C$2:$C$15</c:f>
              <c:numCache>
                <c:formatCode>0.0</c:formatCode>
                <c:ptCount val="14"/>
                <c:pt idx="0">
                  <c:v>33.799999999999997</c:v>
                </c:pt>
                <c:pt idx="1">
                  <c:v>33.799999999999997</c:v>
                </c:pt>
                <c:pt idx="2">
                  <c:v>33.200000000000003</c:v>
                </c:pt>
                <c:pt idx="3">
                  <c:v>34.9</c:v>
                </c:pt>
                <c:pt idx="4">
                  <c:v>35.799999999999997</c:v>
                </c:pt>
                <c:pt idx="5">
                  <c:v>36</c:v>
                </c:pt>
                <c:pt idx="6">
                  <c:v>36.200000000000003</c:v>
                </c:pt>
                <c:pt idx="7">
                  <c:v>35.4</c:v>
                </c:pt>
                <c:pt idx="8">
                  <c:v>34.799999999999997</c:v>
                </c:pt>
                <c:pt idx="9">
                  <c:v>34.4</c:v>
                </c:pt>
                <c:pt idx="10">
                  <c:v>34.9</c:v>
                </c:pt>
                <c:pt idx="11">
                  <c:v>33.6</c:v>
                </c:pt>
                <c:pt idx="12">
                  <c:v>33.6</c:v>
                </c:pt>
                <c:pt idx="13">
                  <c:v>33.200000000000003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Sheet1!$A$2:$A$15</c:f>
              <c:numCache>
                <c:formatCode>m/d/yyyy</c:formatCode>
                <c:ptCount val="14"/>
                <c:pt idx="0">
                  <c:v>45951</c:v>
                </c:pt>
                <c:pt idx="1">
                  <c:v>45952</c:v>
                </c:pt>
                <c:pt idx="2">
                  <c:v>45953</c:v>
                </c:pt>
                <c:pt idx="3">
                  <c:v>45954</c:v>
                </c:pt>
                <c:pt idx="4">
                  <c:v>45955</c:v>
                </c:pt>
                <c:pt idx="5">
                  <c:v>45956</c:v>
                </c:pt>
                <c:pt idx="6">
                  <c:v>45957</c:v>
                </c:pt>
                <c:pt idx="7">
                  <c:v>45958</c:v>
                </c:pt>
                <c:pt idx="8">
                  <c:v>45959</c:v>
                </c:pt>
                <c:pt idx="9">
                  <c:v>45960</c:v>
                </c:pt>
                <c:pt idx="10">
                  <c:v>45961</c:v>
                </c:pt>
                <c:pt idx="11">
                  <c:v>45962</c:v>
                </c:pt>
                <c:pt idx="12">
                  <c:v>45963</c:v>
                </c:pt>
                <c:pt idx="13">
                  <c:v>45964</c:v>
                </c:pt>
              </c:numCache>
            </c:numRef>
          </c:cat>
          <c:val>
            <c:numRef>
              <c:f>Sheet1!$D$2:$D$15</c:f>
              <c:numCache>
                <c:formatCode>0.0</c:formatCode>
                <c:ptCount val="14"/>
                <c:pt idx="0">
                  <c:v>5.3</c:v>
                </c:pt>
                <c:pt idx="1">
                  <c:v>5.3</c:v>
                </c:pt>
                <c:pt idx="2">
                  <c:v>4.5999999999999996</c:v>
                </c:pt>
                <c:pt idx="3">
                  <c:v>6</c:v>
                </c:pt>
                <c:pt idx="4">
                  <c:v>7.1</c:v>
                </c:pt>
                <c:pt idx="5">
                  <c:v>7</c:v>
                </c:pt>
                <c:pt idx="6">
                  <c:v>6.4</c:v>
                </c:pt>
                <c:pt idx="7">
                  <c:v>6.2</c:v>
                </c:pt>
                <c:pt idx="8">
                  <c:v>7</c:v>
                </c:pt>
                <c:pt idx="9">
                  <c:v>6.3</c:v>
                </c:pt>
                <c:pt idx="10">
                  <c:v>6.6</c:v>
                </c:pt>
                <c:pt idx="11">
                  <c:v>6.1</c:v>
                </c:pt>
                <c:pt idx="12">
                  <c:v>6</c:v>
                </c:pt>
                <c:pt idx="13">
                  <c:v>6.2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Sheet1!$A$2:$A$15</c:f>
              <c:numCache>
                <c:formatCode>m/d/yyyy</c:formatCode>
                <c:ptCount val="14"/>
                <c:pt idx="0">
                  <c:v>45951</c:v>
                </c:pt>
                <c:pt idx="1">
                  <c:v>45952</c:v>
                </c:pt>
                <c:pt idx="2">
                  <c:v>45953</c:v>
                </c:pt>
                <c:pt idx="3">
                  <c:v>45954</c:v>
                </c:pt>
                <c:pt idx="4">
                  <c:v>45955</c:v>
                </c:pt>
                <c:pt idx="5">
                  <c:v>45956</c:v>
                </c:pt>
                <c:pt idx="6">
                  <c:v>45957</c:v>
                </c:pt>
                <c:pt idx="7">
                  <c:v>45958</c:v>
                </c:pt>
                <c:pt idx="8">
                  <c:v>45959</c:v>
                </c:pt>
                <c:pt idx="9">
                  <c:v>45960</c:v>
                </c:pt>
                <c:pt idx="10">
                  <c:v>45961</c:v>
                </c:pt>
                <c:pt idx="11">
                  <c:v>45962</c:v>
                </c:pt>
                <c:pt idx="12">
                  <c:v>45963</c:v>
                </c:pt>
                <c:pt idx="13">
                  <c:v>45964</c:v>
                </c:pt>
              </c:numCache>
            </c:numRef>
          </c:cat>
          <c:val>
            <c:numRef>
              <c:f>Sheet1!$E$2:$E$15</c:f>
              <c:numCache>
                <c:formatCode>0.0</c:formatCode>
                <c:ptCount val="14"/>
                <c:pt idx="0">
                  <c:v>1.4</c:v>
                </c:pt>
                <c:pt idx="1">
                  <c:v>1.4</c:v>
                </c:pt>
                <c:pt idx="2">
                  <c:v>2</c:v>
                </c:pt>
                <c:pt idx="3">
                  <c:v>1.7</c:v>
                </c:pt>
                <c:pt idx="4">
                  <c:v>2</c:v>
                </c:pt>
                <c:pt idx="5">
                  <c:v>1.8</c:v>
                </c:pt>
                <c:pt idx="6">
                  <c:v>2.2999999999999998</c:v>
                </c:pt>
                <c:pt idx="7">
                  <c:v>2.2000000000000002</c:v>
                </c:pt>
                <c:pt idx="8">
                  <c:v>2.1</c:v>
                </c:pt>
                <c:pt idx="9">
                  <c:v>2</c:v>
                </c:pt>
                <c:pt idx="10">
                  <c:v>1.8</c:v>
                </c:pt>
                <c:pt idx="11">
                  <c:v>2.7</c:v>
                </c:pt>
                <c:pt idx="12">
                  <c:v>2.7</c:v>
                </c:pt>
                <c:pt idx="13">
                  <c:v>2.7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Sheet1!$A$2:$A$15</c:f>
              <c:numCache>
                <c:formatCode>m/d/yyyy</c:formatCode>
                <c:ptCount val="14"/>
                <c:pt idx="0">
                  <c:v>45951</c:v>
                </c:pt>
                <c:pt idx="1">
                  <c:v>45952</c:v>
                </c:pt>
                <c:pt idx="2">
                  <c:v>45953</c:v>
                </c:pt>
                <c:pt idx="3">
                  <c:v>45954</c:v>
                </c:pt>
                <c:pt idx="4">
                  <c:v>45955</c:v>
                </c:pt>
                <c:pt idx="5">
                  <c:v>45956</c:v>
                </c:pt>
                <c:pt idx="6">
                  <c:v>45957</c:v>
                </c:pt>
                <c:pt idx="7">
                  <c:v>45958</c:v>
                </c:pt>
                <c:pt idx="8">
                  <c:v>45959</c:v>
                </c:pt>
                <c:pt idx="9">
                  <c:v>45960</c:v>
                </c:pt>
                <c:pt idx="10">
                  <c:v>45961</c:v>
                </c:pt>
                <c:pt idx="11">
                  <c:v>45962</c:v>
                </c:pt>
                <c:pt idx="12">
                  <c:v>45963</c:v>
                </c:pt>
                <c:pt idx="13">
                  <c:v>45964</c:v>
                </c:pt>
              </c:numCache>
            </c:numRef>
          </c:cat>
          <c:val>
            <c:numRef>
              <c:f>Sheet1!$F$2:$F$15</c:f>
              <c:numCache>
                <c:formatCode>0.0</c:formatCode>
                <c:ptCount val="14"/>
                <c:pt idx="0">
                  <c:v>2.4</c:v>
                </c:pt>
                <c:pt idx="1">
                  <c:v>2.4</c:v>
                </c:pt>
                <c:pt idx="2">
                  <c:v>2.6</c:v>
                </c:pt>
                <c:pt idx="3">
                  <c:v>1.7</c:v>
                </c:pt>
                <c:pt idx="4">
                  <c:v>0.9</c:v>
                </c:pt>
                <c:pt idx="5">
                  <c:v>0.9</c:v>
                </c:pt>
                <c:pt idx="6">
                  <c:v>1</c:v>
                </c:pt>
                <c:pt idx="7">
                  <c:v>0.8</c:v>
                </c:pt>
                <c:pt idx="8">
                  <c:v>1</c:v>
                </c:pt>
                <c:pt idx="9">
                  <c:v>1</c:v>
                </c:pt>
                <c:pt idx="10">
                  <c:v>1.4</c:v>
                </c:pt>
                <c:pt idx="11">
                  <c:v>1.3</c:v>
                </c:pt>
                <c:pt idx="12">
                  <c:v>1.3</c:v>
                </c:pt>
                <c:pt idx="13">
                  <c:v>1.4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Sheet1!$A$2:$A$15</c:f>
              <c:numCache>
                <c:formatCode>m/d/yyyy</c:formatCode>
                <c:ptCount val="14"/>
                <c:pt idx="0">
                  <c:v>45951</c:v>
                </c:pt>
                <c:pt idx="1">
                  <c:v>45952</c:v>
                </c:pt>
                <c:pt idx="2">
                  <c:v>45953</c:v>
                </c:pt>
                <c:pt idx="3">
                  <c:v>45954</c:v>
                </c:pt>
                <c:pt idx="4">
                  <c:v>45955</c:v>
                </c:pt>
                <c:pt idx="5">
                  <c:v>45956</c:v>
                </c:pt>
                <c:pt idx="6">
                  <c:v>45957</c:v>
                </c:pt>
                <c:pt idx="7">
                  <c:v>45958</c:v>
                </c:pt>
                <c:pt idx="8">
                  <c:v>45959</c:v>
                </c:pt>
                <c:pt idx="9">
                  <c:v>45960</c:v>
                </c:pt>
                <c:pt idx="10">
                  <c:v>45961</c:v>
                </c:pt>
                <c:pt idx="11">
                  <c:v>45962</c:v>
                </c:pt>
                <c:pt idx="12">
                  <c:v>45963</c:v>
                </c:pt>
                <c:pt idx="13">
                  <c:v>45964</c:v>
                </c:pt>
              </c:numCache>
            </c:numRef>
          </c:cat>
          <c:val>
            <c:numRef>
              <c:f>Sheet1!$G$2:$G$15</c:f>
              <c:numCache>
                <c:formatCode>0.0</c:formatCode>
                <c:ptCount val="14"/>
                <c:pt idx="0">
                  <c:v>8.1</c:v>
                </c:pt>
                <c:pt idx="1">
                  <c:v>8.1</c:v>
                </c:pt>
                <c:pt idx="2">
                  <c:v>7.6</c:v>
                </c:pt>
                <c:pt idx="3">
                  <c:v>6.2</c:v>
                </c:pt>
                <c:pt idx="4">
                  <c:v>6.4</c:v>
                </c:pt>
                <c:pt idx="5">
                  <c:v>8.8000000000000007</c:v>
                </c:pt>
                <c:pt idx="6">
                  <c:v>9.6</c:v>
                </c:pt>
                <c:pt idx="7">
                  <c:v>9.6</c:v>
                </c:pt>
                <c:pt idx="8">
                  <c:v>8.6999999999999993</c:v>
                </c:pt>
                <c:pt idx="9">
                  <c:v>8.8000000000000007</c:v>
                </c:pt>
                <c:pt idx="10">
                  <c:v>8.1</c:v>
                </c:pt>
                <c:pt idx="11">
                  <c:v>10.199999999999999</c:v>
                </c:pt>
                <c:pt idx="12">
                  <c:v>10.1</c:v>
                </c:pt>
                <c:pt idx="13">
                  <c:v>9.4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Sheet1!$B$2:$B$10</c:f>
              <c:numCache>
                <c:formatCode>0.0</c:formatCode>
                <c:ptCount val="9"/>
                <c:pt idx="0">
                  <c:v>42.7</c:v>
                </c:pt>
                <c:pt idx="1">
                  <c:v>42.1</c:v>
                </c:pt>
                <c:pt idx="2">
                  <c:v>43.2</c:v>
                </c:pt>
                <c:pt idx="3">
                  <c:v>42</c:v>
                </c:pt>
                <c:pt idx="4">
                  <c:v>41.5</c:v>
                </c:pt>
                <c:pt idx="5">
                  <c:v>42.4</c:v>
                </c:pt>
                <c:pt idx="6">
                  <c:v>42.5</c:v>
                </c:pt>
                <c:pt idx="7">
                  <c:v>41.5</c:v>
                </c:pt>
                <c:pt idx="8">
                  <c:v>39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Sheet1!$C$2:$C$10</c:f>
              <c:numCache>
                <c:formatCode>0.0</c:formatCode>
                <c:ptCount val="9"/>
                <c:pt idx="0">
                  <c:v>48.5</c:v>
                </c:pt>
                <c:pt idx="1">
                  <c:v>48.3</c:v>
                </c:pt>
                <c:pt idx="2">
                  <c:v>48.2</c:v>
                </c:pt>
                <c:pt idx="3">
                  <c:v>48.1</c:v>
                </c:pt>
                <c:pt idx="4">
                  <c:v>46.6</c:v>
                </c:pt>
                <c:pt idx="5">
                  <c:v>45.3</c:v>
                </c:pt>
                <c:pt idx="6">
                  <c:v>45</c:v>
                </c:pt>
                <c:pt idx="7">
                  <c:v>45.9</c:v>
                </c:pt>
                <c:pt idx="8">
                  <c:v>46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Sheet1!$D$2:$D$10</c:f>
              <c:numCache>
                <c:formatCode>0.0</c:formatCode>
                <c:ptCount val="9"/>
                <c:pt idx="0">
                  <c:v>4.7</c:v>
                </c:pt>
                <c:pt idx="1">
                  <c:v>4.4000000000000004</c:v>
                </c:pt>
                <c:pt idx="2">
                  <c:v>3.6</c:v>
                </c:pt>
                <c:pt idx="3">
                  <c:v>4.5999999999999996</c:v>
                </c:pt>
                <c:pt idx="4">
                  <c:v>4.9000000000000004</c:v>
                </c:pt>
                <c:pt idx="5">
                  <c:v>2.9</c:v>
                </c:pt>
                <c:pt idx="6">
                  <c:v>2.9</c:v>
                </c:pt>
                <c:pt idx="7">
                  <c:v>3</c:v>
                </c:pt>
                <c:pt idx="8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Sheet1!$E$2:$E$10</c:f>
              <c:numCache>
                <c:formatCode>0.0</c:formatCode>
                <c:ptCount val="9"/>
                <c:pt idx="0">
                  <c:v>0</c:v>
                </c:pt>
                <c:pt idx="1">
                  <c:v>0.1</c:v>
                </c:pt>
                <c:pt idx="2">
                  <c:v>1.7</c:v>
                </c:pt>
                <c:pt idx="3">
                  <c:v>1.5</c:v>
                </c:pt>
                <c:pt idx="4">
                  <c:v>1.6</c:v>
                </c:pt>
                <c:pt idx="5">
                  <c:v>2.4</c:v>
                </c:pt>
                <c:pt idx="6">
                  <c:v>2.4</c:v>
                </c:pt>
                <c:pt idx="7">
                  <c:v>1.8</c:v>
                </c:pt>
                <c:pt idx="8">
                  <c:v>4.3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Sheet1!$F$2:$F$10</c:f>
              <c:numCache>
                <c:formatCode>0.0</c:formatCode>
                <c:ptCount val="9"/>
                <c:pt idx="0">
                  <c:v>0.3</c:v>
                </c:pt>
                <c:pt idx="1">
                  <c:v>1.2</c:v>
                </c:pt>
                <c:pt idx="2">
                  <c:v>1.1000000000000001</c:v>
                </c:pt>
                <c:pt idx="3">
                  <c:v>1.1000000000000001</c:v>
                </c:pt>
                <c:pt idx="4">
                  <c:v>1.1000000000000001</c:v>
                </c:pt>
                <c:pt idx="5">
                  <c:v>1.5</c:v>
                </c:pt>
                <c:pt idx="6">
                  <c:v>1.5</c:v>
                </c:pt>
                <c:pt idx="7">
                  <c:v>1.2</c:v>
                </c:pt>
                <c:pt idx="8">
                  <c:v>1.1000000000000001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Sheet1!$G$2:$G$10</c:f>
              <c:numCache>
                <c:formatCode>0.0</c:formatCode>
                <c:ptCount val="9"/>
                <c:pt idx="0">
                  <c:v>3.8</c:v>
                </c:pt>
                <c:pt idx="1">
                  <c:v>3.9</c:v>
                </c:pt>
                <c:pt idx="2">
                  <c:v>2.2000000000000002</c:v>
                </c:pt>
                <c:pt idx="3">
                  <c:v>2.7</c:v>
                </c:pt>
                <c:pt idx="4">
                  <c:v>4.0999999999999996</c:v>
                </c:pt>
                <c:pt idx="5">
                  <c:v>5.5</c:v>
                </c:pt>
                <c:pt idx="6">
                  <c:v>5.7</c:v>
                </c:pt>
                <c:pt idx="7">
                  <c:v>6.5</c:v>
                </c:pt>
                <c:pt idx="8">
                  <c:v>9.1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Sheet1!$B$2:$B$10</c:f>
              <c:numCache>
                <c:formatCode>0.0</c:formatCode>
                <c:ptCount val="9"/>
                <c:pt idx="0">
                  <c:v>40.799999999999997</c:v>
                </c:pt>
                <c:pt idx="1">
                  <c:v>40.200000000000003</c:v>
                </c:pt>
                <c:pt idx="2">
                  <c:v>37.299999999999997</c:v>
                </c:pt>
                <c:pt idx="3">
                  <c:v>38.5</c:v>
                </c:pt>
                <c:pt idx="4">
                  <c:v>36.700000000000003</c:v>
                </c:pt>
                <c:pt idx="5">
                  <c:v>35.6</c:v>
                </c:pt>
                <c:pt idx="6">
                  <c:v>36.200000000000003</c:v>
                </c:pt>
                <c:pt idx="7">
                  <c:v>38.1</c:v>
                </c:pt>
                <c:pt idx="8">
                  <c:v>38.9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94E-4C94-8D17-815E3061578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Sheet1!$C$2:$C$10</c:f>
              <c:numCache>
                <c:formatCode>0.0</c:formatCode>
                <c:ptCount val="9"/>
                <c:pt idx="0">
                  <c:v>42.2</c:v>
                </c:pt>
                <c:pt idx="1">
                  <c:v>43.7</c:v>
                </c:pt>
                <c:pt idx="2">
                  <c:v>46.9</c:v>
                </c:pt>
                <c:pt idx="3">
                  <c:v>45.9</c:v>
                </c:pt>
                <c:pt idx="4">
                  <c:v>47.8</c:v>
                </c:pt>
                <c:pt idx="5">
                  <c:v>48.7</c:v>
                </c:pt>
                <c:pt idx="6">
                  <c:v>47.8</c:v>
                </c:pt>
                <c:pt idx="7">
                  <c:v>46.9</c:v>
                </c:pt>
                <c:pt idx="8">
                  <c:v>45.8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94E-4C94-8D17-815E30615786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Sheet1!$D$2:$D$10</c:f>
              <c:numCache>
                <c:formatCode>0.0</c:formatCode>
                <c:ptCount val="9"/>
                <c:pt idx="0">
                  <c:v>3.5</c:v>
                </c:pt>
                <c:pt idx="1">
                  <c:v>3.5</c:v>
                </c:pt>
                <c:pt idx="2">
                  <c:v>4</c:v>
                </c:pt>
                <c:pt idx="3">
                  <c:v>4.8</c:v>
                </c:pt>
                <c:pt idx="4">
                  <c:v>5.0999999999999996</c:v>
                </c:pt>
                <c:pt idx="5">
                  <c:v>5.9</c:v>
                </c:pt>
                <c:pt idx="6">
                  <c:v>6</c:v>
                </c:pt>
                <c:pt idx="7">
                  <c:v>6.1</c:v>
                </c:pt>
                <c:pt idx="8">
                  <c:v>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94E-4C94-8D17-815E30615786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Sheet1!$E$2:$E$10</c:f>
              <c:numCache>
                <c:formatCode>0.0</c:formatCode>
                <c:ptCount val="9"/>
                <c:pt idx="0">
                  <c:v>0.8</c:v>
                </c:pt>
                <c:pt idx="1">
                  <c:v>0.7</c:v>
                </c:pt>
                <c:pt idx="2">
                  <c:v>1</c:v>
                </c:pt>
                <c:pt idx="3">
                  <c:v>1.8</c:v>
                </c:pt>
                <c:pt idx="4">
                  <c:v>0.4</c:v>
                </c:pt>
                <c:pt idx="5">
                  <c:v>0.3</c:v>
                </c:pt>
                <c:pt idx="6">
                  <c:v>0.3</c:v>
                </c:pt>
                <c:pt idx="7">
                  <c:v>0.3</c:v>
                </c:pt>
                <c:pt idx="8">
                  <c:v>0.3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94E-4C94-8D17-815E30615786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Sheet1!$F$2:$F$10</c:f>
              <c:numCache>
                <c:formatCode>0.0</c:formatCode>
                <c:ptCount val="9"/>
                <c:pt idx="0">
                  <c:v>0.2</c:v>
                </c:pt>
                <c:pt idx="1">
                  <c:v>0.2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94E-4C94-8D17-815E30615786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Sheet1!$G$2:$G$10</c:f>
              <c:numCache>
                <c:formatCode>0.0</c:formatCode>
                <c:ptCount val="9"/>
                <c:pt idx="0">
                  <c:v>12.5</c:v>
                </c:pt>
                <c:pt idx="1">
                  <c:v>11.5</c:v>
                </c:pt>
                <c:pt idx="2">
                  <c:v>10.8</c:v>
                </c:pt>
                <c:pt idx="3">
                  <c:v>9</c:v>
                </c:pt>
                <c:pt idx="4">
                  <c:v>9.9</c:v>
                </c:pt>
                <c:pt idx="5">
                  <c:v>9.5</c:v>
                </c:pt>
                <c:pt idx="6">
                  <c:v>9.6999999999999993</c:v>
                </c:pt>
                <c:pt idx="7">
                  <c:v>8.6</c:v>
                </c:pt>
                <c:pt idx="8">
                  <c:v>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94E-4C94-8D17-815E3061578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Sheet1!$B$2:$B$10</c:f>
              <c:numCache>
                <c:formatCode>0.0</c:formatCode>
                <c:ptCount val="9"/>
                <c:pt idx="0">
                  <c:v>51.7</c:v>
                </c:pt>
                <c:pt idx="1">
                  <c:v>51.6</c:v>
                </c:pt>
                <c:pt idx="2">
                  <c:v>50.2</c:v>
                </c:pt>
                <c:pt idx="3">
                  <c:v>50.7</c:v>
                </c:pt>
                <c:pt idx="4">
                  <c:v>50.4</c:v>
                </c:pt>
                <c:pt idx="5">
                  <c:v>49.2</c:v>
                </c:pt>
                <c:pt idx="6">
                  <c:v>49.1</c:v>
                </c:pt>
                <c:pt idx="7">
                  <c:v>50.6</c:v>
                </c:pt>
                <c:pt idx="8">
                  <c:v>50.7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AF3D-4CB0-8B05-09C7FE18ED1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Sheet1!$C$2:$C$10</c:f>
              <c:numCache>
                <c:formatCode>0.0</c:formatCode>
                <c:ptCount val="9"/>
                <c:pt idx="0">
                  <c:v>34.6</c:v>
                </c:pt>
                <c:pt idx="1">
                  <c:v>37.200000000000003</c:v>
                </c:pt>
                <c:pt idx="2">
                  <c:v>37.299999999999997</c:v>
                </c:pt>
                <c:pt idx="3">
                  <c:v>37.4</c:v>
                </c:pt>
                <c:pt idx="4">
                  <c:v>37.6</c:v>
                </c:pt>
                <c:pt idx="5">
                  <c:v>35.4</c:v>
                </c:pt>
                <c:pt idx="6">
                  <c:v>34.9</c:v>
                </c:pt>
                <c:pt idx="7">
                  <c:v>33.6</c:v>
                </c:pt>
                <c:pt idx="8">
                  <c:v>32.799999999999997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AF3D-4CB0-8B05-09C7FE18ED1D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Sheet1!$D$2:$D$10</c:f>
              <c:numCache>
                <c:formatCode>0.0</c:formatCode>
                <c:ptCount val="9"/>
                <c:pt idx="0">
                  <c:v>4.5999999999999996</c:v>
                </c:pt>
                <c:pt idx="1">
                  <c:v>3.6</c:v>
                </c:pt>
                <c:pt idx="2">
                  <c:v>4.0999999999999996</c:v>
                </c:pt>
                <c:pt idx="3">
                  <c:v>3.3</c:v>
                </c:pt>
                <c:pt idx="4">
                  <c:v>2.8</c:v>
                </c:pt>
                <c:pt idx="5">
                  <c:v>3.4</c:v>
                </c:pt>
                <c:pt idx="6">
                  <c:v>3.6</c:v>
                </c:pt>
                <c:pt idx="7">
                  <c:v>2.9</c:v>
                </c:pt>
                <c:pt idx="8">
                  <c:v>2.6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AF3D-4CB0-8B05-09C7FE18ED1D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Sheet1!$E$2:$E$10</c:f>
              <c:numCache>
                <c:formatCode>0.0</c:formatCode>
                <c:ptCount val="9"/>
                <c:pt idx="0">
                  <c:v>2.1</c:v>
                </c:pt>
                <c:pt idx="1">
                  <c:v>2.2000000000000002</c:v>
                </c:pt>
                <c:pt idx="2">
                  <c:v>2.1</c:v>
                </c:pt>
                <c:pt idx="3">
                  <c:v>2.2999999999999998</c:v>
                </c:pt>
                <c:pt idx="4">
                  <c:v>2.4</c:v>
                </c:pt>
                <c:pt idx="5">
                  <c:v>4.2</c:v>
                </c:pt>
                <c:pt idx="6">
                  <c:v>3.9</c:v>
                </c:pt>
                <c:pt idx="7">
                  <c:v>5.4</c:v>
                </c:pt>
                <c:pt idx="8">
                  <c:v>5.4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AF3D-4CB0-8B05-09C7FE18ED1D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Sheet1!$F$2:$F$10</c:f>
              <c:numCache>
                <c:formatCode>0.0</c:formatCode>
                <c:ptCount val="9"/>
                <c:pt idx="0">
                  <c:v>1.9</c:v>
                </c:pt>
                <c:pt idx="1">
                  <c:v>0.5</c:v>
                </c:pt>
                <c:pt idx="2">
                  <c:v>0.3</c:v>
                </c:pt>
                <c:pt idx="3">
                  <c:v>0.3</c:v>
                </c:pt>
                <c:pt idx="4">
                  <c:v>0.3</c:v>
                </c:pt>
                <c:pt idx="5">
                  <c:v>0.8</c:v>
                </c:pt>
                <c:pt idx="6">
                  <c:v>0.8</c:v>
                </c:pt>
                <c:pt idx="7">
                  <c:v>0.6</c:v>
                </c:pt>
                <c:pt idx="8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AF3D-4CB0-8B05-09C7FE18ED1D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Sheet1!$G$2:$G$10</c:f>
              <c:numCache>
                <c:formatCode>0.0</c:formatCode>
                <c:ptCount val="9"/>
                <c:pt idx="0">
                  <c:v>4.9000000000000004</c:v>
                </c:pt>
                <c:pt idx="1">
                  <c:v>4.8</c:v>
                </c:pt>
                <c:pt idx="2">
                  <c:v>6.1</c:v>
                </c:pt>
                <c:pt idx="3">
                  <c:v>6.1</c:v>
                </c:pt>
                <c:pt idx="4">
                  <c:v>6.4</c:v>
                </c:pt>
                <c:pt idx="5">
                  <c:v>7.1</c:v>
                </c:pt>
                <c:pt idx="6">
                  <c:v>7.7</c:v>
                </c:pt>
                <c:pt idx="7">
                  <c:v>6.9</c:v>
                </c:pt>
                <c:pt idx="8">
                  <c:v>7.8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AF3D-4CB0-8B05-09C7FE18ED1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Sheet1!$B$2:$B$10</c:f>
              <c:numCache>
                <c:formatCode>0.0</c:formatCode>
                <c:ptCount val="9"/>
                <c:pt idx="0">
                  <c:v>41.8</c:v>
                </c:pt>
                <c:pt idx="1">
                  <c:v>40.5</c:v>
                </c:pt>
                <c:pt idx="2">
                  <c:v>40</c:v>
                </c:pt>
                <c:pt idx="3">
                  <c:v>40.200000000000003</c:v>
                </c:pt>
                <c:pt idx="4">
                  <c:v>39.6</c:v>
                </c:pt>
                <c:pt idx="5">
                  <c:v>39.4</c:v>
                </c:pt>
                <c:pt idx="6">
                  <c:v>39.4</c:v>
                </c:pt>
                <c:pt idx="7">
                  <c:v>39.200000000000003</c:v>
                </c:pt>
                <c:pt idx="8">
                  <c:v>39.4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41FA-4260-BA6C-DC5AB9E0669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Sheet1!$C$2:$C$10</c:f>
              <c:numCache>
                <c:formatCode>0.0</c:formatCode>
                <c:ptCount val="9"/>
                <c:pt idx="0">
                  <c:v>47.3</c:v>
                </c:pt>
                <c:pt idx="1">
                  <c:v>48.6</c:v>
                </c:pt>
                <c:pt idx="2">
                  <c:v>48.4</c:v>
                </c:pt>
                <c:pt idx="3">
                  <c:v>48.4</c:v>
                </c:pt>
                <c:pt idx="4">
                  <c:v>48.9</c:v>
                </c:pt>
                <c:pt idx="5">
                  <c:v>48</c:v>
                </c:pt>
                <c:pt idx="6">
                  <c:v>48.1</c:v>
                </c:pt>
                <c:pt idx="7">
                  <c:v>48.1</c:v>
                </c:pt>
                <c:pt idx="8">
                  <c:v>48.4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41FA-4260-BA6C-DC5AB9E06693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Sheet1!$D$2:$D$10</c:f>
              <c:numCache>
                <c:formatCode>0.0</c:formatCode>
                <c:ptCount val="9"/>
                <c:pt idx="0">
                  <c:v>0.3</c:v>
                </c:pt>
                <c:pt idx="1">
                  <c:v>0.6</c:v>
                </c:pt>
                <c:pt idx="2">
                  <c:v>0.8</c:v>
                </c:pt>
                <c:pt idx="3">
                  <c:v>0.8</c:v>
                </c:pt>
                <c:pt idx="4">
                  <c:v>1</c:v>
                </c:pt>
                <c:pt idx="5">
                  <c:v>1.1000000000000001</c:v>
                </c:pt>
                <c:pt idx="6">
                  <c:v>1.1000000000000001</c:v>
                </c:pt>
                <c:pt idx="7">
                  <c:v>1.2</c:v>
                </c:pt>
                <c:pt idx="8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41FA-4260-BA6C-DC5AB9E0669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Sheet1!$E$2:$E$10</c:f>
              <c:numCache>
                <c:formatCode>0.0</c:formatCode>
                <c:ptCount val="9"/>
                <c:pt idx="0">
                  <c:v>0.5</c:v>
                </c:pt>
                <c:pt idx="1">
                  <c:v>0.5</c:v>
                </c:pt>
                <c:pt idx="2">
                  <c:v>0.4</c:v>
                </c:pt>
                <c:pt idx="3">
                  <c:v>0.4</c:v>
                </c:pt>
                <c:pt idx="4">
                  <c:v>0.3</c:v>
                </c:pt>
                <c:pt idx="5">
                  <c:v>0.7</c:v>
                </c:pt>
                <c:pt idx="6">
                  <c:v>0.7</c:v>
                </c:pt>
                <c:pt idx="7">
                  <c:v>0.9</c:v>
                </c:pt>
                <c:pt idx="8">
                  <c:v>0.9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41FA-4260-BA6C-DC5AB9E06693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Sheet1!$F$2:$F$10</c:f>
              <c:numCache>
                <c:formatCode>0.0</c:formatCode>
                <c:ptCount val="9"/>
                <c:pt idx="0">
                  <c:v>0.9</c:v>
                </c:pt>
                <c:pt idx="1">
                  <c:v>0.9</c:v>
                </c:pt>
                <c:pt idx="2">
                  <c:v>1.2</c:v>
                </c:pt>
                <c:pt idx="3">
                  <c:v>1.1000000000000001</c:v>
                </c:pt>
                <c:pt idx="4">
                  <c:v>0.8</c:v>
                </c:pt>
                <c:pt idx="5">
                  <c:v>0.8</c:v>
                </c:pt>
                <c:pt idx="6">
                  <c:v>0.8</c:v>
                </c:pt>
                <c:pt idx="7">
                  <c:v>0.5</c:v>
                </c:pt>
                <c:pt idx="8">
                  <c:v>0.5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41FA-4260-BA6C-DC5AB9E06693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Sheet1!$G$2:$G$10</c:f>
              <c:numCache>
                <c:formatCode>0.0</c:formatCode>
                <c:ptCount val="9"/>
                <c:pt idx="0">
                  <c:v>9.1999999999999993</c:v>
                </c:pt>
                <c:pt idx="1">
                  <c:v>8.9</c:v>
                </c:pt>
                <c:pt idx="2">
                  <c:v>9.1</c:v>
                </c:pt>
                <c:pt idx="3">
                  <c:v>9</c:v>
                </c:pt>
                <c:pt idx="4">
                  <c:v>9.3000000000000007</c:v>
                </c:pt>
                <c:pt idx="5">
                  <c:v>9.9</c:v>
                </c:pt>
                <c:pt idx="6">
                  <c:v>9.8000000000000007</c:v>
                </c:pt>
                <c:pt idx="7">
                  <c:v>10.1</c:v>
                </c:pt>
                <c:pt idx="8">
                  <c:v>9.4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41FA-4260-BA6C-DC5AB9E0669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Sheet1!$B$2:$B$10</c:f>
              <c:numCache>
                <c:formatCode>0.0</c:formatCode>
                <c:ptCount val="9"/>
                <c:pt idx="0">
                  <c:v>40.200000000000003</c:v>
                </c:pt>
                <c:pt idx="1">
                  <c:v>41.2</c:v>
                </c:pt>
                <c:pt idx="2">
                  <c:v>41.9</c:v>
                </c:pt>
                <c:pt idx="3">
                  <c:v>39.299999999999997</c:v>
                </c:pt>
                <c:pt idx="4">
                  <c:v>39.9</c:v>
                </c:pt>
                <c:pt idx="5">
                  <c:v>39.6</c:v>
                </c:pt>
                <c:pt idx="6">
                  <c:v>39.6</c:v>
                </c:pt>
                <c:pt idx="7">
                  <c:v>40</c:v>
                </c:pt>
                <c:pt idx="8">
                  <c:v>38.9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003-4CFA-9D56-B98C6AF3A6C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Sheet1!$C$2:$C$10</c:f>
              <c:numCache>
                <c:formatCode>0.0</c:formatCode>
                <c:ptCount val="9"/>
                <c:pt idx="0">
                  <c:v>37.200000000000003</c:v>
                </c:pt>
                <c:pt idx="1">
                  <c:v>33.6</c:v>
                </c:pt>
                <c:pt idx="2">
                  <c:v>31.6</c:v>
                </c:pt>
                <c:pt idx="3">
                  <c:v>34.6</c:v>
                </c:pt>
                <c:pt idx="4">
                  <c:v>33.1</c:v>
                </c:pt>
                <c:pt idx="5">
                  <c:v>33.200000000000003</c:v>
                </c:pt>
                <c:pt idx="6">
                  <c:v>33.200000000000003</c:v>
                </c:pt>
                <c:pt idx="7">
                  <c:v>33.1</c:v>
                </c:pt>
                <c:pt idx="8">
                  <c:v>33.700000000000003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003-4CFA-9D56-B98C6AF3A6CB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Sheet1!$D$2:$D$10</c:f>
              <c:numCache>
                <c:formatCode>0.0</c:formatCode>
                <c:ptCount val="9"/>
                <c:pt idx="0">
                  <c:v>2.5</c:v>
                </c:pt>
                <c:pt idx="1">
                  <c:v>2.2999999999999998</c:v>
                </c:pt>
                <c:pt idx="2">
                  <c:v>2.2000000000000002</c:v>
                </c:pt>
                <c:pt idx="3">
                  <c:v>2.2999999999999998</c:v>
                </c:pt>
                <c:pt idx="4">
                  <c:v>2.9</c:v>
                </c:pt>
                <c:pt idx="5">
                  <c:v>2.5</c:v>
                </c:pt>
                <c:pt idx="6">
                  <c:v>2.7</c:v>
                </c:pt>
                <c:pt idx="7">
                  <c:v>2.5</c:v>
                </c:pt>
                <c:pt idx="8">
                  <c:v>2.6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9003-4CFA-9D56-B98C6AF3A6CB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Sheet1!$E$2:$E$10</c:f>
              <c:numCache>
                <c:formatCode>0.0</c:formatCode>
                <c:ptCount val="9"/>
                <c:pt idx="0">
                  <c:v>0.5</c:v>
                </c:pt>
                <c:pt idx="1">
                  <c:v>2</c:v>
                </c:pt>
                <c:pt idx="2">
                  <c:v>1.5</c:v>
                </c:pt>
                <c:pt idx="3">
                  <c:v>1.3</c:v>
                </c:pt>
                <c:pt idx="4">
                  <c:v>0.3</c:v>
                </c:pt>
                <c:pt idx="5">
                  <c:v>0.3</c:v>
                </c:pt>
                <c:pt idx="6">
                  <c:v>0.3</c:v>
                </c:pt>
                <c:pt idx="7">
                  <c:v>0.3</c:v>
                </c:pt>
                <c:pt idx="8">
                  <c:v>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9003-4CFA-9D56-B98C6AF3A6CB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Sheet1!$F$2:$F$10</c:f>
              <c:numCache>
                <c:formatCode>0.0</c:formatCode>
                <c:ptCount val="9"/>
                <c:pt idx="0">
                  <c:v>9.5</c:v>
                </c:pt>
                <c:pt idx="1">
                  <c:v>9.3000000000000007</c:v>
                </c:pt>
                <c:pt idx="2">
                  <c:v>9.4</c:v>
                </c:pt>
                <c:pt idx="3">
                  <c:v>9.5</c:v>
                </c:pt>
                <c:pt idx="4">
                  <c:v>10.199999999999999</c:v>
                </c:pt>
                <c:pt idx="5">
                  <c:v>9.6999999999999993</c:v>
                </c:pt>
                <c:pt idx="6">
                  <c:v>9.6999999999999993</c:v>
                </c:pt>
                <c:pt idx="7">
                  <c:v>9.4</c:v>
                </c:pt>
                <c:pt idx="8">
                  <c:v>8.6999999999999993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9003-4CFA-9D56-B98C6AF3A6CB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Sheet1!$G$2:$G$10</c:f>
              <c:numCache>
                <c:formatCode>0.0</c:formatCode>
                <c:ptCount val="9"/>
                <c:pt idx="0">
                  <c:v>10.1</c:v>
                </c:pt>
                <c:pt idx="1">
                  <c:v>11.7</c:v>
                </c:pt>
                <c:pt idx="2">
                  <c:v>13.4</c:v>
                </c:pt>
                <c:pt idx="3">
                  <c:v>13</c:v>
                </c:pt>
                <c:pt idx="4">
                  <c:v>13.6</c:v>
                </c:pt>
                <c:pt idx="5">
                  <c:v>14.6</c:v>
                </c:pt>
                <c:pt idx="6">
                  <c:v>14.6</c:v>
                </c:pt>
                <c:pt idx="7">
                  <c:v>14.8</c:v>
                </c:pt>
                <c:pt idx="8">
                  <c:v>15.7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9003-4CFA-9D56-B98C6AF3A6C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Sheet1!$B$2:$B$10</c:f>
              <c:numCache>
                <c:formatCode>0.0</c:formatCode>
                <c:ptCount val="9"/>
                <c:pt idx="0">
                  <c:v>38.4</c:v>
                </c:pt>
                <c:pt idx="1">
                  <c:v>38.799999999999997</c:v>
                </c:pt>
                <c:pt idx="2">
                  <c:v>40.5</c:v>
                </c:pt>
                <c:pt idx="3">
                  <c:v>41.3</c:v>
                </c:pt>
                <c:pt idx="4">
                  <c:v>42.4</c:v>
                </c:pt>
                <c:pt idx="5">
                  <c:v>42.2</c:v>
                </c:pt>
                <c:pt idx="6">
                  <c:v>42.4</c:v>
                </c:pt>
                <c:pt idx="7">
                  <c:v>42.9</c:v>
                </c:pt>
                <c:pt idx="8">
                  <c:v>42.9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08A-43DE-B1F5-B33F8DC6C80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Sheet1!$C$2:$C$10</c:f>
              <c:numCache>
                <c:formatCode>0.0</c:formatCode>
                <c:ptCount val="9"/>
                <c:pt idx="0">
                  <c:v>41.8</c:v>
                </c:pt>
                <c:pt idx="1">
                  <c:v>42.2</c:v>
                </c:pt>
                <c:pt idx="2">
                  <c:v>42.5</c:v>
                </c:pt>
                <c:pt idx="3">
                  <c:v>41.1</c:v>
                </c:pt>
                <c:pt idx="4">
                  <c:v>41.7</c:v>
                </c:pt>
                <c:pt idx="5">
                  <c:v>41.1</c:v>
                </c:pt>
                <c:pt idx="6">
                  <c:v>40.700000000000003</c:v>
                </c:pt>
                <c:pt idx="7">
                  <c:v>40.700000000000003</c:v>
                </c:pt>
                <c:pt idx="8">
                  <c:v>40.700000000000003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08A-43DE-B1F5-B33F8DC6C803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Sheet1!$D$2:$D$10</c:f>
              <c:numCache>
                <c:formatCode>0.0</c:formatCode>
                <c:ptCount val="9"/>
                <c:pt idx="0">
                  <c:v>6.1</c:v>
                </c:pt>
                <c:pt idx="1">
                  <c:v>5.5</c:v>
                </c:pt>
                <c:pt idx="2">
                  <c:v>6.4</c:v>
                </c:pt>
                <c:pt idx="3">
                  <c:v>6.3</c:v>
                </c:pt>
                <c:pt idx="4">
                  <c:v>5.8</c:v>
                </c:pt>
                <c:pt idx="5">
                  <c:v>7</c:v>
                </c:pt>
                <c:pt idx="6">
                  <c:v>7</c:v>
                </c:pt>
                <c:pt idx="7">
                  <c:v>6.5</c:v>
                </c:pt>
                <c:pt idx="8">
                  <c:v>6.4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08A-43DE-B1F5-B33F8DC6C80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Sheet1!$E$2:$E$10</c:f>
              <c:numCache>
                <c:formatCode>0.0</c:formatCode>
                <c:ptCount val="9"/>
                <c:pt idx="0">
                  <c:v>1.8</c:v>
                </c:pt>
                <c:pt idx="1">
                  <c:v>1.6</c:v>
                </c:pt>
                <c:pt idx="2">
                  <c:v>0.9</c:v>
                </c:pt>
                <c:pt idx="3">
                  <c:v>0.8</c:v>
                </c:pt>
                <c:pt idx="4">
                  <c:v>0.6</c:v>
                </c:pt>
                <c:pt idx="5">
                  <c:v>0.6</c:v>
                </c:pt>
                <c:pt idx="6">
                  <c:v>0.9</c:v>
                </c:pt>
                <c:pt idx="7">
                  <c:v>1.2</c:v>
                </c:pt>
                <c:pt idx="8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08A-43DE-B1F5-B33F8DC6C803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Sheet1!$F$2:$F$10</c:f>
              <c:numCache>
                <c:formatCode>0.0</c:formatCode>
                <c:ptCount val="9"/>
                <c:pt idx="0">
                  <c:v>1</c:v>
                </c:pt>
                <c:pt idx="1">
                  <c:v>1</c:v>
                </c:pt>
                <c:pt idx="2">
                  <c:v>0.8</c:v>
                </c:pt>
                <c:pt idx="3">
                  <c:v>0.7</c:v>
                </c:pt>
                <c:pt idx="4">
                  <c:v>0.8</c:v>
                </c:pt>
                <c:pt idx="5">
                  <c:v>0.6</c:v>
                </c:pt>
                <c:pt idx="6">
                  <c:v>0.6</c:v>
                </c:pt>
                <c:pt idx="7">
                  <c:v>0.8</c:v>
                </c:pt>
                <c:pt idx="8">
                  <c:v>0.7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08A-43DE-B1F5-B33F8DC6C803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Sheet1!$G$2:$G$10</c:f>
              <c:numCache>
                <c:formatCode>0.0</c:formatCode>
                <c:ptCount val="9"/>
                <c:pt idx="0">
                  <c:v>10.9</c:v>
                </c:pt>
                <c:pt idx="1">
                  <c:v>11</c:v>
                </c:pt>
                <c:pt idx="2">
                  <c:v>9</c:v>
                </c:pt>
                <c:pt idx="3">
                  <c:v>9.8000000000000007</c:v>
                </c:pt>
                <c:pt idx="4">
                  <c:v>8.6</c:v>
                </c:pt>
                <c:pt idx="5">
                  <c:v>8.6</c:v>
                </c:pt>
                <c:pt idx="6">
                  <c:v>8.4</c:v>
                </c:pt>
                <c:pt idx="7">
                  <c:v>8</c:v>
                </c:pt>
                <c:pt idx="8">
                  <c:v>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08A-43DE-B1F5-B33F8DC6C80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Sheet1!$B$2:$B$10</c:f>
              <c:numCache>
                <c:formatCode>0.0</c:formatCode>
                <c:ptCount val="9"/>
                <c:pt idx="0">
                  <c:v>51.1</c:v>
                </c:pt>
                <c:pt idx="1">
                  <c:v>52.9</c:v>
                </c:pt>
                <c:pt idx="2">
                  <c:v>52.7</c:v>
                </c:pt>
                <c:pt idx="3">
                  <c:v>51</c:v>
                </c:pt>
                <c:pt idx="4">
                  <c:v>49.8</c:v>
                </c:pt>
                <c:pt idx="5">
                  <c:v>48.6</c:v>
                </c:pt>
                <c:pt idx="6">
                  <c:v>48.6</c:v>
                </c:pt>
                <c:pt idx="7">
                  <c:v>46.1</c:v>
                </c:pt>
                <c:pt idx="8">
                  <c:v>45.6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D15-46BB-B25F-C38C2FDAAECE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Sheet1!$C$2:$C$10</c:f>
              <c:numCache>
                <c:formatCode>0.0</c:formatCode>
                <c:ptCount val="9"/>
                <c:pt idx="0">
                  <c:v>32.1</c:v>
                </c:pt>
                <c:pt idx="1">
                  <c:v>32.5</c:v>
                </c:pt>
                <c:pt idx="2">
                  <c:v>31.1</c:v>
                </c:pt>
                <c:pt idx="3">
                  <c:v>31.3</c:v>
                </c:pt>
                <c:pt idx="4">
                  <c:v>30.5</c:v>
                </c:pt>
                <c:pt idx="5">
                  <c:v>31.1</c:v>
                </c:pt>
                <c:pt idx="6">
                  <c:v>30</c:v>
                </c:pt>
                <c:pt idx="7">
                  <c:v>30.7</c:v>
                </c:pt>
                <c:pt idx="8">
                  <c:v>29.6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D15-46BB-B25F-C38C2FDAAECE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Sheet1!$D$2:$D$10</c:f>
              <c:numCache>
                <c:formatCode>0.0</c:formatCode>
                <c:ptCount val="9"/>
                <c:pt idx="0">
                  <c:v>7.3</c:v>
                </c:pt>
                <c:pt idx="1">
                  <c:v>6.4</c:v>
                </c:pt>
                <c:pt idx="2">
                  <c:v>7.2</c:v>
                </c:pt>
                <c:pt idx="3">
                  <c:v>7.2</c:v>
                </c:pt>
                <c:pt idx="4">
                  <c:v>8.1</c:v>
                </c:pt>
                <c:pt idx="5">
                  <c:v>7.1</c:v>
                </c:pt>
                <c:pt idx="6">
                  <c:v>7.3</c:v>
                </c:pt>
                <c:pt idx="7">
                  <c:v>6.5</c:v>
                </c:pt>
                <c:pt idx="8">
                  <c:v>7.1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D15-46BB-B25F-C38C2FDAAECE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Sheet1!$E$2:$E$10</c:f>
              <c:numCache>
                <c:formatCode>0.0</c:formatCode>
                <c:ptCount val="9"/>
                <c:pt idx="0">
                  <c:v>1.8</c:v>
                </c:pt>
                <c:pt idx="1">
                  <c:v>1.2</c:v>
                </c:pt>
                <c:pt idx="2">
                  <c:v>1.2</c:v>
                </c:pt>
                <c:pt idx="3">
                  <c:v>0.8</c:v>
                </c:pt>
                <c:pt idx="4">
                  <c:v>0.7</c:v>
                </c:pt>
                <c:pt idx="5">
                  <c:v>0.6</c:v>
                </c:pt>
                <c:pt idx="6">
                  <c:v>0.9</c:v>
                </c:pt>
                <c:pt idx="7">
                  <c:v>2.2000000000000002</c:v>
                </c:pt>
                <c:pt idx="8">
                  <c:v>2.1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D15-46BB-B25F-C38C2FDAAECE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Sheet1!$F$2:$F$10</c:f>
              <c:numCache>
                <c:formatCode>0.0</c:formatCode>
                <c:ptCount val="9"/>
                <c:pt idx="0">
                  <c:v>0.1</c:v>
                </c:pt>
                <c:pt idx="1">
                  <c:v>0.3</c:v>
                </c:pt>
                <c:pt idx="2">
                  <c:v>0.6</c:v>
                </c:pt>
                <c:pt idx="3">
                  <c:v>1.1000000000000001</c:v>
                </c:pt>
                <c:pt idx="4">
                  <c:v>1.9</c:v>
                </c:pt>
                <c:pt idx="5">
                  <c:v>1.5</c:v>
                </c:pt>
                <c:pt idx="6">
                  <c:v>1.2</c:v>
                </c:pt>
                <c:pt idx="7">
                  <c:v>1.1000000000000001</c:v>
                </c:pt>
                <c:pt idx="8">
                  <c:v>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D15-46BB-B25F-C38C2FDAAECE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Sheet1!$G$2:$G$10</c:f>
              <c:numCache>
                <c:formatCode>0.0</c:formatCode>
                <c:ptCount val="9"/>
                <c:pt idx="0">
                  <c:v>7.6</c:v>
                </c:pt>
                <c:pt idx="1">
                  <c:v>6.7</c:v>
                </c:pt>
                <c:pt idx="2">
                  <c:v>7.2</c:v>
                </c:pt>
                <c:pt idx="3">
                  <c:v>8.5</c:v>
                </c:pt>
                <c:pt idx="4">
                  <c:v>9</c:v>
                </c:pt>
                <c:pt idx="5">
                  <c:v>11.1</c:v>
                </c:pt>
                <c:pt idx="6">
                  <c:v>11.9</c:v>
                </c:pt>
                <c:pt idx="7">
                  <c:v>13.4</c:v>
                </c:pt>
                <c:pt idx="8">
                  <c:v>14.6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D15-46BB-B25F-C38C2FDAAEC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Sheet1!$B$2:$B$10</c:f>
              <c:numCache>
                <c:formatCode>0.0</c:formatCode>
                <c:ptCount val="9"/>
                <c:pt idx="0">
                  <c:v>41</c:v>
                </c:pt>
                <c:pt idx="1">
                  <c:v>40.4</c:v>
                </c:pt>
                <c:pt idx="2">
                  <c:v>37.1</c:v>
                </c:pt>
                <c:pt idx="3">
                  <c:v>38.200000000000003</c:v>
                </c:pt>
                <c:pt idx="4">
                  <c:v>39.4</c:v>
                </c:pt>
                <c:pt idx="5">
                  <c:v>38.5</c:v>
                </c:pt>
                <c:pt idx="6">
                  <c:v>39</c:v>
                </c:pt>
                <c:pt idx="7">
                  <c:v>37.4</c:v>
                </c:pt>
                <c:pt idx="8">
                  <c:v>39.200000000000003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253-417C-A692-A07CAECA7841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Sheet1!$C$2:$C$10</c:f>
              <c:numCache>
                <c:formatCode>0.0</c:formatCode>
                <c:ptCount val="9"/>
                <c:pt idx="0">
                  <c:v>48.1</c:v>
                </c:pt>
                <c:pt idx="1">
                  <c:v>47.7</c:v>
                </c:pt>
                <c:pt idx="2">
                  <c:v>47.5</c:v>
                </c:pt>
                <c:pt idx="3">
                  <c:v>47.7</c:v>
                </c:pt>
                <c:pt idx="4">
                  <c:v>47.4</c:v>
                </c:pt>
                <c:pt idx="5">
                  <c:v>46.9</c:v>
                </c:pt>
                <c:pt idx="6">
                  <c:v>46.6</c:v>
                </c:pt>
                <c:pt idx="7">
                  <c:v>45</c:v>
                </c:pt>
                <c:pt idx="8">
                  <c:v>44.5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253-417C-A692-A07CAECA7841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Sheet1!$D$2:$D$10</c:f>
              <c:numCache>
                <c:formatCode>0.0</c:formatCode>
                <c:ptCount val="9"/>
                <c:pt idx="0">
                  <c:v>2.7</c:v>
                </c:pt>
                <c:pt idx="1">
                  <c:v>2.7</c:v>
                </c:pt>
                <c:pt idx="2">
                  <c:v>4.8</c:v>
                </c:pt>
                <c:pt idx="3">
                  <c:v>3.5</c:v>
                </c:pt>
                <c:pt idx="4">
                  <c:v>3.5</c:v>
                </c:pt>
                <c:pt idx="5">
                  <c:v>1.9</c:v>
                </c:pt>
                <c:pt idx="6">
                  <c:v>3.7</c:v>
                </c:pt>
                <c:pt idx="7">
                  <c:v>3</c:v>
                </c:pt>
                <c:pt idx="8">
                  <c:v>2.2999999999999998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253-417C-A692-A07CAECA7841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Sheet1!$E$2:$E$10</c:f>
              <c:numCache>
                <c:formatCode>0.0</c:formatCode>
                <c:ptCount val="9"/>
                <c:pt idx="0">
                  <c:v>0.1</c:v>
                </c:pt>
                <c:pt idx="1">
                  <c:v>0.1</c:v>
                </c:pt>
                <c:pt idx="2">
                  <c:v>2.5</c:v>
                </c:pt>
                <c:pt idx="3">
                  <c:v>3</c:v>
                </c:pt>
                <c:pt idx="4">
                  <c:v>2.8</c:v>
                </c:pt>
                <c:pt idx="5">
                  <c:v>2</c:v>
                </c:pt>
                <c:pt idx="6">
                  <c:v>2.7</c:v>
                </c:pt>
                <c:pt idx="7">
                  <c:v>1.1000000000000001</c:v>
                </c:pt>
                <c:pt idx="8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253-417C-A692-A07CAECA7841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Sheet1!$F$2:$F$10</c:f>
              <c:numCache>
                <c:formatCode>0.0</c:formatCode>
                <c:ptCount val="9"/>
                <c:pt idx="0">
                  <c:v>2.2999999999999998</c:v>
                </c:pt>
                <c:pt idx="1">
                  <c:v>2.4</c:v>
                </c:pt>
                <c:pt idx="2">
                  <c:v>1.9</c:v>
                </c:pt>
                <c:pt idx="3">
                  <c:v>1.1000000000000001</c:v>
                </c:pt>
                <c:pt idx="4">
                  <c:v>0.9</c:v>
                </c:pt>
                <c:pt idx="5">
                  <c:v>1.6</c:v>
                </c:pt>
                <c:pt idx="6">
                  <c:v>1</c:v>
                </c:pt>
                <c:pt idx="7">
                  <c:v>0.7</c:v>
                </c:pt>
                <c:pt idx="8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253-417C-A692-A07CAECA7841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Sheet1!$G$2:$G$10</c:f>
              <c:numCache>
                <c:formatCode>0.0</c:formatCode>
                <c:ptCount val="9"/>
                <c:pt idx="0">
                  <c:v>5.8</c:v>
                </c:pt>
                <c:pt idx="1">
                  <c:v>6.7</c:v>
                </c:pt>
                <c:pt idx="2">
                  <c:v>6.3</c:v>
                </c:pt>
                <c:pt idx="3">
                  <c:v>6.6</c:v>
                </c:pt>
                <c:pt idx="4">
                  <c:v>6</c:v>
                </c:pt>
                <c:pt idx="5">
                  <c:v>9.1999999999999993</c:v>
                </c:pt>
                <c:pt idx="6">
                  <c:v>7.1</c:v>
                </c:pt>
                <c:pt idx="7">
                  <c:v>12.8</c:v>
                </c:pt>
                <c:pt idx="8">
                  <c:v>12.3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253-417C-A692-A07CAECA784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Sheet1!$A$2:$A$8</c:f>
              <c:numCache>
                <c:formatCode>m/d/yyyy</c:formatCode>
                <c:ptCount val="7"/>
                <c:pt idx="0">
                  <c:v>45958</c:v>
                </c:pt>
                <c:pt idx="1">
                  <c:v>45959</c:v>
                </c:pt>
                <c:pt idx="2">
                  <c:v>45960</c:v>
                </c:pt>
                <c:pt idx="3">
                  <c:v>45961</c:v>
                </c:pt>
                <c:pt idx="4">
                  <c:v>45962</c:v>
                </c:pt>
                <c:pt idx="5">
                  <c:v>45964</c:v>
                </c:pt>
                <c:pt idx="6">
                  <c:v>45965</c:v>
                </c:pt>
              </c:numCache>
            </c:numRef>
          </c:cat>
          <c:val>
            <c:numRef>
              <c:f>Sheet1!$B$2:$B$8</c:f>
              <c:numCache>
                <c:formatCode>0.0</c:formatCode>
                <c:ptCount val="7"/>
                <c:pt idx="0">
                  <c:v>48.8</c:v>
                </c:pt>
                <c:pt idx="1">
                  <c:v>43.6</c:v>
                </c:pt>
                <c:pt idx="2">
                  <c:v>46.3</c:v>
                </c:pt>
                <c:pt idx="3">
                  <c:v>48</c:v>
                </c:pt>
                <c:pt idx="4">
                  <c:v>49</c:v>
                </c:pt>
                <c:pt idx="5">
                  <c:v>49</c:v>
                </c:pt>
                <c:pt idx="6">
                  <c:v>53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253-417C-A692-A07CAECA7841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Sheet1!$A$2:$A$8</c:f>
              <c:numCache>
                <c:formatCode>m/d/yyyy</c:formatCode>
                <c:ptCount val="7"/>
                <c:pt idx="0">
                  <c:v>45958</c:v>
                </c:pt>
                <c:pt idx="1">
                  <c:v>45959</c:v>
                </c:pt>
                <c:pt idx="2">
                  <c:v>45960</c:v>
                </c:pt>
                <c:pt idx="3">
                  <c:v>45961</c:v>
                </c:pt>
                <c:pt idx="4">
                  <c:v>45962</c:v>
                </c:pt>
                <c:pt idx="5">
                  <c:v>45964</c:v>
                </c:pt>
                <c:pt idx="6">
                  <c:v>45965</c:v>
                </c:pt>
              </c:numCache>
            </c:numRef>
          </c:cat>
          <c:val>
            <c:numRef>
              <c:f>Sheet1!$C$2:$C$8</c:f>
              <c:numCache>
                <c:formatCode>0.0</c:formatCode>
                <c:ptCount val="7"/>
                <c:pt idx="0">
                  <c:v>33.700000000000003</c:v>
                </c:pt>
                <c:pt idx="1">
                  <c:v>36.299999999999997</c:v>
                </c:pt>
                <c:pt idx="2">
                  <c:v>34.5</c:v>
                </c:pt>
                <c:pt idx="3">
                  <c:v>34</c:v>
                </c:pt>
                <c:pt idx="4">
                  <c:v>34</c:v>
                </c:pt>
                <c:pt idx="5">
                  <c:v>36</c:v>
                </c:pt>
                <c:pt idx="6">
                  <c:v>33.299999999999997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253-417C-A692-A07CAECA7841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Sheet1!$A$2:$A$8</c:f>
              <c:numCache>
                <c:formatCode>m/d/yyyy</c:formatCode>
                <c:ptCount val="7"/>
                <c:pt idx="0">
                  <c:v>45958</c:v>
                </c:pt>
                <c:pt idx="1">
                  <c:v>45959</c:v>
                </c:pt>
                <c:pt idx="2">
                  <c:v>45960</c:v>
                </c:pt>
                <c:pt idx="3">
                  <c:v>45961</c:v>
                </c:pt>
                <c:pt idx="4">
                  <c:v>45962</c:v>
                </c:pt>
                <c:pt idx="5">
                  <c:v>45964</c:v>
                </c:pt>
                <c:pt idx="6">
                  <c:v>45965</c:v>
                </c:pt>
              </c:numCache>
            </c:numRef>
          </c:cat>
          <c:val>
            <c:numRef>
              <c:f>Sheet1!$D$2:$D$8</c:f>
              <c:numCache>
                <c:formatCode>0.0</c:formatCode>
                <c:ptCount val="7"/>
                <c:pt idx="0">
                  <c:v>2.2999999999999998</c:v>
                </c:pt>
                <c:pt idx="1">
                  <c:v>4.4000000000000004</c:v>
                </c:pt>
                <c:pt idx="2">
                  <c:v>3.2</c:v>
                </c:pt>
                <c:pt idx="3">
                  <c:v>3.2</c:v>
                </c:pt>
                <c:pt idx="4">
                  <c:v>2.8</c:v>
                </c:pt>
                <c:pt idx="5">
                  <c:v>3.4</c:v>
                </c:pt>
                <c:pt idx="6">
                  <c:v>3.5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253-417C-A692-A07CAECA7841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Sheet1!$A$2:$A$8</c:f>
              <c:numCache>
                <c:formatCode>m/d/yyyy</c:formatCode>
                <c:ptCount val="7"/>
                <c:pt idx="0">
                  <c:v>45958</c:v>
                </c:pt>
                <c:pt idx="1">
                  <c:v>45959</c:v>
                </c:pt>
                <c:pt idx="2">
                  <c:v>45960</c:v>
                </c:pt>
                <c:pt idx="3">
                  <c:v>45961</c:v>
                </c:pt>
                <c:pt idx="4">
                  <c:v>45962</c:v>
                </c:pt>
                <c:pt idx="5">
                  <c:v>45964</c:v>
                </c:pt>
                <c:pt idx="6">
                  <c:v>45965</c:v>
                </c:pt>
              </c:numCache>
            </c:numRef>
          </c:cat>
          <c:val>
            <c:numRef>
              <c:f>Sheet1!$E$2:$E$8</c:f>
              <c:numCache>
                <c:formatCode>0.0</c:formatCode>
                <c:ptCount val="7"/>
                <c:pt idx="0">
                  <c:v>0</c:v>
                </c:pt>
                <c:pt idx="1">
                  <c:v>0.2</c:v>
                </c:pt>
                <c:pt idx="2">
                  <c:v>0.2</c:v>
                </c:pt>
                <c:pt idx="3">
                  <c:v>0.2</c:v>
                </c:pt>
                <c:pt idx="4">
                  <c:v>0.2</c:v>
                </c:pt>
                <c:pt idx="5">
                  <c:v>0.2</c:v>
                </c:pt>
                <c:pt idx="6">
                  <c:v>0.2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253-417C-A692-A07CAECA7841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Sheet1!$A$2:$A$8</c:f>
              <c:numCache>
                <c:formatCode>m/d/yyyy</c:formatCode>
                <c:ptCount val="7"/>
                <c:pt idx="0">
                  <c:v>45958</c:v>
                </c:pt>
                <c:pt idx="1">
                  <c:v>45959</c:v>
                </c:pt>
                <c:pt idx="2">
                  <c:v>45960</c:v>
                </c:pt>
                <c:pt idx="3">
                  <c:v>45961</c:v>
                </c:pt>
                <c:pt idx="4">
                  <c:v>45962</c:v>
                </c:pt>
                <c:pt idx="5">
                  <c:v>45964</c:v>
                </c:pt>
                <c:pt idx="6">
                  <c:v>45965</c:v>
                </c:pt>
              </c:numCache>
            </c:numRef>
          </c:cat>
          <c:val>
            <c:numRef>
              <c:f>Sheet1!$F$2:$F$8</c:f>
              <c:numCache>
                <c:formatCode>0.0</c:formatCode>
                <c:ptCount val="7"/>
                <c:pt idx="0">
                  <c:v>0</c:v>
                </c:pt>
                <c:pt idx="1">
                  <c:v>4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253-417C-A692-A07CAECA7841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Sheet1!$A$2:$A$8</c:f>
              <c:numCache>
                <c:formatCode>m/d/yyyy</c:formatCode>
                <c:ptCount val="7"/>
                <c:pt idx="0">
                  <c:v>45958</c:v>
                </c:pt>
                <c:pt idx="1">
                  <c:v>45959</c:v>
                </c:pt>
                <c:pt idx="2">
                  <c:v>45960</c:v>
                </c:pt>
                <c:pt idx="3">
                  <c:v>45961</c:v>
                </c:pt>
                <c:pt idx="4">
                  <c:v>45962</c:v>
                </c:pt>
                <c:pt idx="5">
                  <c:v>45964</c:v>
                </c:pt>
                <c:pt idx="6">
                  <c:v>45965</c:v>
                </c:pt>
              </c:numCache>
            </c:numRef>
          </c:cat>
          <c:val>
            <c:numRef>
              <c:f>Sheet1!$G$2:$G$8</c:f>
              <c:numCache>
                <c:formatCode>0.0</c:formatCode>
                <c:ptCount val="7"/>
                <c:pt idx="0">
                  <c:v>15.3</c:v>
                </c:pt>
                <c:pt idx="1">
                  <c:v>11.5</c:v>
                </c:pt>
                <c:pt idx="2">
                  <c:v>15.8</c:v>
                </c:pt>
                <c:pt idx="3">
                  <c:v>14.6</c:v>
                </c:pt>
                <c:pt idx="4">
                  <c:v>14.1</c:v>
                </c:pt>
                <c:pt idx="5">
                  <c:v>11.3</c:v>
                </c:pt>
                <c:pt idx="6">
                  <c:v>10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253-417C-A692-A07CAECA784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Sheet1!$B$2:$B$10</c:f>
              <c:numCache>
                <c:formatCode>0.0</c:formatCode>
                <c:ptCount val="9"/>
                <c:pt idx="0">
                  <c:v>55.8</c:v>
                </c:pt>
                <c:pt idx="1">
                  <c:v>54.4</c:v>
                </c:pt>
                <c:pt idx="2">
                  <c:v>54.8</c:v>
                </c:pt>
                <c:pt idx="3">
                  <c:v>53.6</c:v>
                </c:pt>
                <c:pt idx="4">
                  <c:v>55</c:v>
                </c:pt>
                <c:pt idx="5">
                  <c:v>52.7</c:v>
                </c:pt>
                <c:pt idx="6">
                  <c:v>52.8</c:v>
                </c:pt>
                <c:pt idx="7">
                  <c:v>53.2</c:v>
                </c:pt>
                <c:pt idx="8">
                  <c:v>54.2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739C-4739-93ED-7AC2C4771422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Sheet1!$C$2:$C$10</c:f>
              <c:numCache>
                <c:formatCode>0.0</c:formatCode>
                <c:ptCount val="9"/>
                <c:pt idx="0">
                  <c:v>31.6</c:v>
                </c:pt>
                <c:pt idx="1">
                  <c:v>31.1</c:v>
                </c:pt>
                <c:pt idx="2">
                  <c:v>31.8</c:v>
                </c:pt>
                <c:pt idx="3">
                  <c:v>31.7</c:v>
                </c:pt>
                <c:pt idx="4">
                  <c:v>30.3</c:v>
                </c:pt>
                <c:pt idx="5">
                  <c:v>30</c:v>
                </c:pt>
                <c:pt idx="6">
                  <c:v>29.5</c:v>
                </c:pt>
                <c:pt idx="7">
                  <c:v>29.7</c:v>
                </c:pt>
                <c:pt idx="8">
                  <c:v>28.6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739C-4739-93ED-7AC2C4771422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Sheet1!$D$2:$D$10</c:f>
              <c:numCache>
                <c:formatCode>0.0</c:formatCode>
                <c:ptCount val="9"/>
                <c:pt idx="0">
                  <c:v>2.6</c:v>
                </c:pt>
                <c:pt idx="1">
                  <c:v>3.1</c:v>
                </c:pt>
                <c:pt idx="2">
                  <c:v>4.2</c:v>
                </c:pt>
                <c:pt idx="3">
                  <c:v>3.9</c:v>
                </c:pt>
                <c:pt idx="4">
                  <c:v>4.4000000000000004</c:v>
                </c:pt>
                <c:pt idx="5">
                  <c:v>4.5999999999999996</c:v>
                </c:pt>
                <c:pt idx="6">
                  <c:v>5.2</c:v>
                </c:pt>
                <c:pt idx="7">
                  <c:v>4.5</c:v>
                </c:pt>
                <c:pt idx="8">
                  <c:v>4.4000000000000004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739C-4739-93ED-7AC2C4771422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Sheet1!$E$2:$E$10</c:f>
              <c:numCache>
                <c:formatCode>0.0</c:formatCode>
                <c:ptCount val="9"/>
                <c:pt idx="0">
                  <c:v>2.2000000000000002</c:v>
                </c:pt>
                <c:pt idx="1">
                  <c:v>2.5</c:v>
                </c:pt>
                <c:pt idx="2">
                  <c:v>1.7</c:v>
                </c:pt>
                <c:pt idx="3">
                  <c:v>1.7</c:v>
                </c:pt>
                <c:pt idx="4">
                  <c:v>1.6</c:v>
                </c:pt>
                <c:pt idx="5">
                  <c:v>2.8</c:v>
                </c:pt>
                <c:pt idx="6">
                  <c:v>2.8</c:v>
                </c:pt>
                <c:pt idx="7">
                  <c:v>2.5</c:v>
                </c:pt>
                <c:pt idx="8">
                  <c:v>2.8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739C-4739-93ED-7AC2C4771422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Sheet1!$F$2:$F$10</c:f>
              <c:numCache>
                <c:formatCode>0.0</c:formatCode>
                <c:ptCount val="9"/>
                <c:pt idx="0">
                  <c:v>1.6</c:v>
                </c:pt>
                <c:pt idx="1">
                  <c:v>1</c:v>
                </c:pt>
                <c:pt idx="2">
                  <c:v>0.6</c:v>
                </c:pt>
                <c:pt idx="3">
                  <c:v>1</c:v>
                </c:pt>
                <c:pt idx="4">
                  <c:v>1.1000000000000001</c:v>
                </c:pt>
                <c:pt idx="5">
                  <c:v>1.1000000000000001</c:v>
                </c:pt>
                <c:pt idx="6">
                  <c:v>1</c:v>
                </c:pt>
                <c:pt idx="7">
                  <c:v>1</c:v>
                </c:pt>
                <c:pt idx="8">
                  <c:v>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739C-4739-93ED-7AC2C4771422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Sheet1!$G$2:$G$10</c:f>
              <c:numCache>
                <c:formatCode>0.0</c:formatCode>
                <c:ptCount val="9"/>
                <c:pt idx="0">
                  <c:v>6.3</c:v>
                </c:pt>
                <c:pt idx="1">
                  <c:v>7.8</c:v>
                </c:pt>
                <c:pt idx="2">
                  <c:v>6.9</c:v>
                </c:pt>
                <c:pt idx="3">
                  <c:v>7.9</c:v>
                </c:pt>
                <c:pt idx="4">
                  <c:v>7.6</c:v>
                </c:pt>
                <c:pt idx="5">
                  <c:v>8.9</c:v>
                </c:pt>
                <c:pt idx="6">
                  <c:v>8.6</c:v>
                </c:pt>
                <c:pt idx="7">
                  <c:v>9.1</c:v>
                </c:pt>
                <c:pt idx="8">
                  <c:v>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739C-4739-93ED-7AC2C47714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Sheet1!$B$2:$B$10</c:f>
              <c:numCache>
                <c:formatCode>0.0</c:formatCode>
                <c:ptCount val="9"/>
                <c:pt idx="0">
                  <c:v>50.3</c:v>
                </c:pt>
                <c:pt idx="1">
                  <c:v>47.8</c:v>
                </c:pt>
                <c:pt idx="2">
                  <c:v>46.6</c:v>
                </c:pt>
                <c:pt idx="3">
                  <c:v>48.3</c:v>
                </c:pt>
                <c:pt idx="4">
                  <c:v>47.4</c:v>
                </c:pt>
                <c:pt idx="5">
                  <c:v>46.4</c:v>
                </c:pt>
                <c:pt idx="6">
                  <c:v>45.8</c:v>
                </c:pt>
                <c:pt idx="7">
                  <c:v>44.9</c:v>
                </c:pt>
                <c:pt idx="8">
                  <c:v>45.5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CFAA-46F5-A15B-F26FCCB46595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Sheet1!$C$2:$C$10</c:f>
              <c:numCache>
                <c:formatCode>0.0</c:formatCode>
                <c:ptCount val="9"/>
                <c:pt idx="0">
                  <c:v>26.4</c:v>
                </c:pt>
                <c:pt idx="1">
                  <c:v>25.7</c:v>
                </c:pt>
                <c:pt idx="2">
                  <c:v>26.6</c:v>
                </c:pt>
                <c:pt idx="3">
                  <c:v>26.4</c:v>
                </c:pt>
                <c:pt idx="4">
                  <c:v>27.9</c:v>
                </c:pt>
                <c:pt idx="5">
                  <c:v>27.4</c:v>
                </c:pt>
                <c:pt idx="6">
                  <c:v>27.4</c:v>
                </c:pt>
                <c:pt idx="7">
                  <c:v>28.1</c:v>
                </c:pt>
                <c:pt idx="8">
                  <c:v>26.7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CFAA-46F5-A15B-F26FCCB46595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Sheet1!$D$2:$D$10</c:f>
              <c:numCache>
                <c:formatCode>0.0</c:formatCode>
                <c:ptCount val="9"/>
                <c:pt idx="0">
                  <c:v>4.5999999999999996</c:v>
                </c:pt>
                <c:pt idx="1">
                  <c:v>4.8</c:v>
                </c:pt>
                <c:pt idx="2">
                  <c:v>5</c:v>
                </c:pt>
                <c:pt idx="3">
                  <c:v>5</c:v>
                </c:pt>
                <c:pt idx="4">
                  <c:v>4.9000000000000004</c:v>
                </c:pt>
                <c:pt idx="5">
                  <c:v>4.9000000000000004</c:v>
                </c:pt>
                <c:pt idx="6">
                  <c:v>4.8</c:v>
                </c:pt>
                <c:pt idx="7">
                  <c:v>5.0999999999999996</c:v>
                </c:pt>
                <c:pt idx="8">
                  <c:v>5.8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CFAA-46F5-A15B-F26FCCB46595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Sheet1!$E$2:$E$10</c:f>
              <c:numCache>
                <c:formatCode>0.0</c:formatCode>
                <c:ptCount val="9"/>
                <c:pt idx="0">
                  <c:v>13</c:v>
                </c:pt>
                <c:pt idx="1">
                  <c:v>15.3</c:v>
                </c:pt>
                <c:pt idx="2">
                  <c:v>16</c:v>
                </c:pt>
                <c:pt idx="3">
                  <c:v>14.9</c:v>
                </c:pt>
                <c:pt idx="4">
                  <c:v>14.7</c:v>
                </c:pt>
                <c:pt idx="5">
                  <c:v>14.9</c:v>
                </c:pt>
                <c:pt idx="6">
                  <c:v>15.6</c:v>
                </c:pt>
                <c:pt idx="7">
                  <c:v>15.7</c:v>
                </c:pt>
                <c:pt idx="8">
                  <c:v>15.6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CFAA-46F5-A15B-F26FCCB46595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Sheet1!$F$2:$F$10</c:f>
              <c:numCache>
                <c:formatCode>0.0</c:formatCode>
                <c:ptCount val="9"/>
                <c:pt idx="0">
                  <c:v>0.2</c:v>
                </c:pt>
                <c:pt idx="1">
                  <c:v>0.5</c:v>
                </c:pt>
                <c:pt idx="2">
                  <c:v>0.4</c:v>
                </c:pt>
                <c:pt idx="3">
                  <c:v>0.5</c:v>
                </c:pt>
                <c:pt idx="4">
                  <c:v>0.4</c:v>
                </c:pt>
                <c:pt idx="5">
                  <c:v>0.4</c:v>
                </c:pt>
                <c:pt idx="6">
                  <c:v>0.4</c:v>
                </c:pt>
                <c:pt idx="7">
                  <c:v>0.5</c:v>
                </c:pt>
                <c:pt idx="8">
                  <c:v>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CFAA-46F5-A15B-F26FCCB46595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Sheet1!$G$2:$G$10</c:f>
              <c:numCache>
                <c:formatCode>0.0</c:formatCode>
                <c:ptCount val="9"/>
                <c:pt idx="0">
                  <c:v>5.5</c:v>
                </c:pt>
                <c:pt idx="1">
                  <c:v>5.8</c:v>
                </c:pt>
                <c:pt idx="2">
                  <c:v>5.4</c:v>
                </c:pt>
                <c:pt idx="3">
                  <c:v>4.9000000000000004</c:v>
                </c:pt>
                <c:pt idx="4">
                  <c:v>4.7</c:v>
                </c:pt>
                <c:pt idx="5">
                  <c:v>6</c:v>
                </c:pt>
                <c:pt idx="6">
                  <c:v>5.9</c:v>
                </c:pt>
                <c:pt idx="7">
                  <c:v>5.6</c:v>
                </c:pt>
                <c:pt idx="8">
                  <c:v>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CFAA-46F5-A15B-F26FCCB4659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Sheet1!$B$2:$B$10</c:f>
              <c:numCache>
                <c:formatCode>0.0</c:formatCode>
                <c:ptCount val="9"/>
                <c:pt idx="0">
                  <c:v>55.9</c:v>
                </c:pt>
                <c:pt idx="1">
                  <c:v>54.3</c:v>
                </c:pt>
                <c:pt idx="2">
                  <c:v>53.4</c:v>
                </c:pt>
                <c:pt idx="3">
                  <c:v>53.5</c:v>
                </c:pt>
                <c:pt idx="4">
                  <c:v>53</c:v>
                </c:pt>
                <c:pt idx="5">
                  <c:v>53.5</c:v>
                </c:pt>
                <c:pt idx="6">
                  <c:v>53.7</c:v>
                </c:pt>
                <c:pt idx="7">
                  <c:v>53</c:v>
                </c:pt>
                <c:pt idx="8">
                  <c:v>53.4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FA6-450C-A669-82A43BDAF8C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Sheet1!$C$2:$C$10</c:f>
              <c:numCache>
                <c:formatCode>0.0</c:formatCode>
                <c:ptCount val="9"/>
                <c:pt idx="0">
                  <c:v>18.399999999999999</c:v>
                </c:pt>
                <c:pt idx="1">
                  <c:v>18.399999999999999</c:v>
                </c:pt>
                <c:pt idx="2">
                  <c:v>18</c:v>
                </c:pt>
                <c:pt idx="3">
                  <c:v>18.100000000000001</c:v>
                </c:pt>
                <c:pt idx="4">
                  <c:v>19.399999999999999</c:v>
                </c:pt>
                <c:pt idx="5">
                  <c:v>19.8</c:v>
                </c:pt>
                <c:pt idx="6">
                  <c:v>19.899999999999999</c:v>
                </c:pt>
                <c:pt idx="7">
                  <c:v>19.7</c:v>
                </c:pt>
                <c:pt idx="8">
                  <c:v>20.2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FA6-450C-A669-82A43BDAF8C8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Sheet1!$D$2:$D$10</c:f>
              <c:numCache>
                <c:formatCode>0.0</c:formatCode>
                <c:ptCount val="9"/>
                <c:pt idx="0">
                  <c:v>2.6</c:v>
                </c:pt>
                <c:pt idx="1">
                  <c:v>2.9</c:v>
                </c:pt>
                <c:pt idx="2">
                  <c:v>3.5</c:v>
                </c:pt>
                <c:pt idx="3">
                  <c:v>4.0999999999999996</c:v>
                </c:pt>
                <c:pt idx="4">
                  <c:v>3.8</c:v>
                </c:pt>
                <c:pt idx="5">
                  <c:v>3.8</c:v>
                </c:pt>
                <c:pt idx="6">
                  <c:v>3.8</c:v>
                </c:pt>
                <c:pt idx="7">
                  <c:v>3.7</c:v>
                </c:pt>
                <c:pt idx="8">
                  <c:v>3.5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FA6-450C-A669-82A43BDAF8C8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Sheet1!$E$2:$E$10</c:f>
              <c:numCache>
                <c:formatCode>0.0</c:formatCode>
                <c:ptCount val="9"/>
                <c:pt idx="0">
                  <c:v>11.1</c:v>
                </c:pt>
                <c:pt idx="1">
                  <c:v>10.9</c:v>
                </c:pt>
                <c:pt idx="2">
                  <c:v>12</c:v>
                </c:pt>
                <c:pt idx="3">
                  <c:v>11.9</c:v>
                </c:pt>
                <c:pt idx="4">
                  <c:v>11.6</c:v>
                </c:pt>
                <c:pt idx="5">
                  <c:v>10.7</c:v>
                </c:pt>
                <c:pt idx="6">
                  <c:v>10.5</c:v>
                </c:pt>
                <c:pt idx="7">
                  <c:v>11.2</c:v>
                </c:pt>
                <c:pt idx="8">
                  <c:v>11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FA6-450C-A669-82A43BDAF8C8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Sheet1!$F$2:$F$10</c:f>
              <c:numCache>
                <c:formatCode>0.0</c:formatCode>
                <c:ptCount val="9"/>
                <c:pt idx="0">
                  <c:v>0.4</c:v>
                </c:pt>
                <c:pt idx="1">
                  <c:v>0.3</c:v>
                </c:pt>
                <c:pt idx="2">
                  <c:v>0.3</c:v>
                </c:pt>
                <c:pt idx="3">
                  <c:v>0.3</c:v>
                </c:pt>
                <c:pt idx="4">
                  <c:v>0.3</c:v>
                </c:pt>
                <c:pt idx="5">
                  <c:v>0.4</c:v>
                </c:pt>
                <c:pt idx="6">
                  <c:v>0.4</c:v>
                </c:pt>
                <c:pt idx="7">
                  <c:v>0.7</c:v>
                </c:pt>
                <c:pt idx="8">
                  <c:v>0.7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FA6-450C-A669-82A43BDAF8C8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Sheet1!$G$2:$G$10</c:f>
              <c:numCache>
                <c:formatCode>0.0</c:formatCode>
                <c:ptCount val="9"/>
                <c:pt idx="0">
                  <c:v>11.5</c:v>
                </c:pt>
                <c:pt idx="1">
                  <c:v>13.1</c:v>
                </c:pt>
                <c:pt idx="2">
                  <c:v>12.8</c:v>
                </c:pt>
                <c:pt idx="3">
                  <c:v>12.1</c:v>
                </c:pt>
                <c:pt idx="4">
                  <c:v>11.8</c:v>
                </c:pt>
                <c:pt idx="5">
                  <c:v>11.7</c:v>
                </c:pt>
                <c:pt idx="6">
                  <c:v>11.7</c:v>
                </c:pt>
                <c:pt idx="7">
                  <c:v>11.6</c:v>
                </c:pt>
                <c:pt idx="8">
                  <c:v>11.1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FA6-450C-A669-82A43BDAF8C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Sheet1!$B$2:$B$10</c:f>
              <c:numCache>
                <c:formatCode>0.0</c:formatCode>
                <c:ptCount val="9"/>
                <c:pt idx="0">
                  <c:v>38.1</c:v>
                </c:pt>
                <c:pt idx="1">
                  <c:v>37.700000000000003</c:v>
                </c:pt>
                <c:pt idx="2">
                  <c:v>37</c:v>
                </c:pt>
                <c:pt idx="3">
                  <c:v>37</c:v>
                </c:pt>
                <c:pt idx="4">
                  <c:v>37.299999999999997</c:v>
                </c:pt>
                <c:pt idx="5">
                  <c:v>35.700000000000003</c:v>
                </c:pt>
                <c:pt idx="6">
                  <c:v>35.299999999999997</c:v>
                </c:pt>
                <c:pt idx="7">
                  <c:v>35.799999999999997</c:v>
                </c:pt>
                <c:pt idx="8">
                  <c:v>36.299999999999997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2EC4-46D7-ACB5-506DDB431810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Sheet1!$C$2:$C$10</c:f>
              <c:numCache>
                <c:formatCode>0.0</c:formatCode>
                <c:ptCount val="9"/>
                <c:pt idx="0">
                  <c:v>42.1</c:v>
                </c:pt>
                <c:pt idx="1">
                  <c:v>42.2</c:v>
                </c:pt>
                <c:pt idx="2">
                  <c:v>41.8</c:v>
                </c:pt>
                <c:pt idx="3">
                  <c:v>41.8</c:v>
                </c:pt>
                <c:pt idx="4">
                  <c:v>42.8</c:v>
                </c:pt>
                <c:pt idx="5">
                  <c:v>41.6</c:v>
                </c:pt>
                <c:pt idx="6">
                  <c:v>41.5</c:v>
                </c:pt>
                <c:pt idx="7">
                  <c:v>40.700000000000003</c:v>
                </c:pt>
                <c:pt idx="8">
                  <c:v>40.6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EC4-46D7-ACB5-506DDB431810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Sheet1!$D$2:$D$10</c:f>
              <c:numCache>
                <c:formatCode>0.0</c:formatCode>
                <c:ptCount val="9"/>
                <c:pt idx="0">
                  <c:v>3.7</c:v>
                </c:pt>
                <c:pt idx="1">
                  <c:v>3.5</c:v>
                </c:pt>
                <c:pt idx="2">
                  <c:v>4.2</c:v>
                </c:pt>
                <c:pt idx="3">
                  <c:v>4.4000000000000004</c:v>
                </c:pt>
                <c:pt idx="4">
                  <c:v>4</c:v>
                </c:pt>
                <c:pt idx="5">
                  <c:v>4.4000000000000004</c:v>
                </c:pt>
                <c:pt idx="6">
                  <c:v>4.2</c:v>
                </c:pt>
                <c:pt idx="7">
                  <c:v>4.2</c:v>
                </c:pt>
                <c:pt idx="8">
                  <c:v>4.5999999999999996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EC4-46D7-ACB5-506DDB431810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Sheet1!$E$2:$E$10</c:f>
              <c:numCache>
                <c:formatCode>0.0</c:formatCode>
                <c:ptCount val="9"/>
                <c:pt idx="0">
                  <c:v>2.9</c:v>
                </c:pt>
                <c:pt idx="1">
                  <c:v>2.4</c:v>
                </c:pt>
                <c:pt idx="2">
                  <c:v>1.9</c:v>
                </c:pt>
                <c:pt idx="3">
                  <c:v>1.5</c:v>
                </c:pt>
                <c:pt idx="4">
                  <c:v>1</c:v>
                </c:pt>
                <c:pt idx="5">
                  <c:v>1.8</c:v>
                </c:pt>
                <c:pt idx="6">
                  <c:v>2.2999999999999998</c:v>
                </c:pt>
                <c:pt idx="7">
                  <c:v>2.5</c:v>
                </c:pt>
                <c:pt idx="8">
                  <c:v>2.6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2EC4-46D7-ACB5-506DDB431810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Sheet1!$F$2:$F$10</c:f>
              <c:numCache>
                <c:formatCode>0.0</c:formatCode>
                <c:ptCount val="9"/>
                <c:pt idx="0">
                  <c:v>1.8</c:v>
                </c:pt>
                <c:pt idx="1">
                  <c:v>1.5</c:v>
                </c:pt>
                <c:pt idx="2">
                  <c:v>1.3</c:v>
                </c:pt>
                <c:pt idx="3">
                  <c:v>1.3</c:v>
                </c:pt>
                <c:pt idx="4">
                  <c:v>1.5</c:v>
                </c:pt>
                <c:pt idx="5">
                  <c:v>1.5</c:v>
                </c:pt>
                <c:pt idx="6">
                  <c:v>1.3</c:v>
                </c:pt>
                <c:pt idx="7">
                  <c:v>1.2</c:v>
                </c:pt>
                <c:pt idx="8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2EC4-46D7-ACB5-506DDB431810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Sheet1!$G$2:$G$10</c:f>
              <c:numCache>
                <c:formatCode>0.0</c:formatCode>
                <c:ptCount val="9"/>
                <c:pt idx="0">
                  <c:v>11.3</c:v>
                </c:pt>
                <c:pt idx="1">
                  <c:v>12.7</c:v>
                </c:pt>
                <c:pt idx="2">
                  <c:v>13.9</c:v>
                </c:pt>
                <c:pt idx="3">
                  <c:v>14</c:v>
                </c:pt>
                <c:pt idx="4">
                  <c:v>13.4</c:v>
                </c:pt>
                <c:pt idx="5">
                  <c:v>14.9</c:v>
                </c:pt>
                <c:pt idx="6">
                  <c:v>15.3</c:v>
                </c:pt>
                <c:pt idx="7">
                  <c:v>15.6</c:v>
                </c:pt>
                <c:pt idx="8">
                  <c:v>14.8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2EC4-46D7-ACB5-506DDB43181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Sheet1!$B$2:$B$10</c:f>
              <c:numCache>
                <c:formatCode>0.0</c:formatCode>
                <c:ptCount val="9"/>
                <c:pt idx="0">
                  <c:v>44.5</c:v>
                </c:pt>
                <c:pt idx="1">
                  <c:v>44.7</c:v>
                </c:pt>
                <c:pt idx="2">
                  <c:v>44.1</c:v>
                </c:pt>
                <c:pt idx="3">
                  <c:v>45.8</c:v>
                </c:pt>
                <c:pt idx="4">
                  <c:v>45.1</c:v>
                </c:pt>
                <c:pt idx="5">
                  <c:v>45.1</c:v>
                </c:pt>
                <c:pt idx="6">
                  <c:v>45.8</c:v>
                </c:pt>
                <c:pt idx="7">
                  <c:v>45.8</c:v>
                </c:pt>
                <c:pt idx="8">
                  <c:v>45.8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2704-45F6-B7EC-07088E3C788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Sheet1!$C$2:$C$10</c:f>
              <c:numCache>
                <c:formatCode>0.0</c:formatCode>
                <c:ptCount val="9"/>
                <c:pt idx="0">
                  <c:v>36.799999999999997</c:v>
                </c:pt>
                <c:pt idx="1">
                  <c:v>36.1</c:v>
                </c:pt>
                <c:pt idx="2">
                  <c:v>37.4</c:v>
                </c:pt>
                <c:pt idx="3">
                  <c:v>37.1</c:v>
                </c:pt>
                <c:pt idx="4">
                  <c:v>37.9</c:v>
                </c:pt>
                <c:pt idx="5">
                  <c:v>36.9</c:v>
                </c:pt>
                <c:pt idx="6">
                  <c:v>37.200000000000003</c:v>
                </c:pt>
                <c:pt idx="7">
                  <c:v>36</c:v>
                </c:pt>
                <c:pt idx="8">
                  <c:v>36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704-45F6-B7EC-07088E3C7888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Sheet1!$D$2:$D$10</c:f>
              <c:numCache>
                <c:formatCode>0.0</c:formatCode>
                <c:ptCount val="9"/>
                <c:pt idx="0">
                  <c:v>8.1999999999999993</c:v>
                </c:pt>
                <c:pt idx="1">
                  <c:v>8.3000000000000007</c:v>
                </c:pt>
                <c:pt idx="2">
                  <c:v>9</c:v>
                </c:pt>
                <c:pt idx="3">
                  <c:v>8.6</c:v>
                </c:pt>
                <c:pt idx="4">
                  <c:v>8.6999999999999993</c:v>
                </c:pt>
                <c:pt idx="5">
                  <c:v>7.5</c:v>
                </c:pt>
                <c:pt idx="6">
                  <c:v>7.2</c:v>
                </c:pt>
                <c:pt idx="7">
                  <c:v>8.4</c:v>
                </c:pt>
                <c:pt idx="8">
                  <c:v>8.4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704-45F6-B7EC-07088E3C7888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Sheet1!$E$2:$E$10</c:f>
              <c:numCache>
                <c:formatCode>0.0</c:formatCode>
                <c:ptCount val="9"/>
                <c:pt idx="0">
                  <c:v>1.7</c:v>
                </c:pt>
                <c:pt idx="1">
                  <c:v>1.8</c:v>
                </c:pt>
                <c:pt idx="2">
                  <c:v>1.8</c:v>
                </c:pt>
                <c:pt idx="3">
                  <c:v>1.6</c:v>
                </c:pt>
                <c:pt idx="4">
                  <c:v>1.6</c:v>
                </c:pt>
                <c:pt idx="5">
                  <c:v>1.8</c:v>
                </c:pt>
                <c:pt idx="6">
                  <c:v>1.7</c:v>
                </c:pt>
                <c:pt idx="7">
                  <c:v>1.7</c:v>
                </c:pt>
                <c:pt idx="8">
                  <c:v>1.7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2704-45F6-B7EC-07088E3C7888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Sheet1!$F$2:$F$10</c:f>
              <c:numCache>
                <c:formatCode>0.0</c:formatCode>
                <c:ptCount val="9"/>
                <c:pt idx="0">
                  <c:v>1.6</c:v>
                </c:pt>
                <c:pt idx="1">
                  <c:v>1.6</c:v>
                </c:pt>
                <c:pt idx="2">
                  <c:v>1.7</c:v>
                </c:pt>
                <c:pt idx="3">
                  <c:v>1.5</c:v>
                </c:pt>
                <c:pt idx="4">
                  <c:v>0.9</c:v>
                </c:pt>
                <c:pt idx="5">
                  <c:v>1</c:v>
                </c:pt>
                <c:pt idx="6">
                  <c:v>1</c:v>
                </c:pt>
                <c:pt idx="7">
                  <c:v>1.1000000000000001</c:v>
                </c:pt>
                <c:pt idx="8">
                  <c:v>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2704-45F6-B7EC-07088E3C7888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Sheet1!$G$2:$G$10</c:f>
              <c:numCache>
                <c:formatCode>0.0</c:formatCode>
                <c:ptCount val="9"/>
                <c:pt idx="0">
                  <c:v>7.3</c:v>
                </c:pt>
                <c:pt idx="1">
                  <c:v>7.5</c:v>
                </c:pt>
                <c:pt idx="2">
                  <c:v>6.1</c:v>
                </c:pt>
                <c:pt idx="3">
                  <c:v>5.5</c:v>
                </c:pt>
                <c:pt idx="4">
                  <c:v>5.8</c:v>
                </c:pt>
                <c:pt idx="5">
                  <c:v>7.6</c:v>
                </c:pt>
                <c:pt idx="6">
                  <c:v>7.1</c:v>
                </c:pt>
                <c:pt idx="7">
                  <c:v>7</c:v>
                </c:pt>
                <c:pt idx="8">
                  <c:v>7.1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2704-45F6-B7EC-07088E3C788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Sheet1!$A$2:$A$9</c:f>
              <c:numCache>
                <c:formatCode>m/d/yyyy</c:formatCode>
                <c:ptCount val="8"/>
                <c:pt idx="0">
                  <c:v>45957</c:v>
                </c:pt>
                <c:pt idx="1">
                  <c:v>45958</c:v>
                </c:pt>
                <c:pt idx="2">
                  <c:v>45960</c:v>
                </c:pt>
                <c:pt idx="3">
                  <c:v>45961</c:v>
                </c:pt>
                <c:pt idx="4">
                  <c:v>45962</c:v>
                </c:pt>
                <c:pt idx="5">
                  <c:v>45963</c:v>
                </c:pt>
                <c:pt idx="6">
                  <c:v>45964</c:v>
                </c:pt>
                <c:pt idx="7">
                  <c:v>45965</c:v>
                </c:pt>
              </c:numCache>
            </c:numRef>
          </c:cat>
          <c:val>
            <c:numRef>
              <c:f>Sheet1!$B$2:$B$9</c:f>
              <c:numCache>
                <c:formatCode>0.0</c:formatCode>
                <c:ptCount val="8"/>
                <c:pt idx="0">
                  <c:v>45.5</c:v>
                </c:pt>
                <c:pt idx="1">
                  <c:v>44.2</c:v>
                </c:pt>
                <c:pt idx="2">
                  <c:v>45.1</c:v>
                </c:pt>
                <c:pt idx="3">
                  <c:v>47.3</c:v>
                </c:pt>
                <c:pt idx="4">
                  <c:v>47.5</c:v>
                </c:pt>
                <c:pt idx="5">
                  <c:v>47.5</c:v>
                </c:pt>
                <c:pt idx="6">
                  <c:v>46.5</c:v>
                </c:pt>
                <c:pt idx="7">
                  <c:v>46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33D2-4B2E-8412-A1142AF28BA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Sheet1!$A$2:$A$9</c:f>
              <c:numCache>
                <c:formatCode>m/d/yyyy</c:formatCode>
                <c:ptCount val="8"/>
                <c:pt idx="0">
                  <c:v>45957</c:v>
                </c:pt>
                <c:pt idx="1">
                  <c:v>45958</c:v>
                </c:pt>
                <c:pt idx="2">
                  <c:v>45960</c:v>
                </c:pt>
                <c:pt idx="3">
                  <c:v>45961</c:v>
                </c:pt>
                <c:pt idx="4">
                  <c:v>45962</c:v>
                </c:pt>
                <c:pt idx="5">
                  <c:v>45963</c:v>
                </c:pt>
                <c:pt idx="6">
                  <c:v>45964</c:v>
                </c:pt>
                <c:pt idx="7">
                  <c:v>45965</c:v>
                </c:pt>
              </c:numCache>
            </c:numRef>
          </c:cat>
          <c:val>
            <c:numRef>
              <c:f>Sheet1!$C$2:$C$9</c:f>
              <c:numCache>
                <c:formatCode>0.0</c:formatCode>
                <c:ptCount val="8"/>
                <c:pt idx="0">
                  <c:v>40.4</c:v>
                </c:pt>
                <c:pt idx="1">
                  <c:v>40.9</c:v>
                </c:pt>
                <c:pt idx="2">
                  <c:v>39.299999999999997</c:v>
                </c:pt>
                <c:pt idx="3">
                  <c:v>38.700000000000003</c:v>
                </c:pt>
                <c:pt idx="4">
                  <c:v>37.5</c:v>
                </c:pt>
                <c:pt idx="5">
                  <c:v>37.6</c:v>
                </c:pt>
                <c:pt idx="6">
                  <c:v>38.9</c:v>
                </c:pt>
                <c:pt idx="7">
                  <c:v>38.200000000000003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33D2-4B2E-8412-A1142AF28BAD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Sheet1!$A$2:$A$9</c:f>
              <c:numCache>
                <c:formatCode>m/d/yyyy</c:formatCode>
                <c:ptCount val="8"/>
                <c:pt idx="0">
                  <c:v>45957</c:v>
                </c:pt>
                <c:pt idx="1">
                  <c:v>45958</c:v>
                </c:pt>
                <c:pt idx="2">
                  <c:v>45960</c:v>
                </c:pt>
                <c:pt idx="3">
                  <c:v>45961</c:v>
                </c:pt>
                <c:pt idx="4">
                  <c:v>45962</c:v>
                </c:pt>
                <c:pt idx="5">
                  <c:v>45963</c:v>
                </c:pt>
                <c:pt idx="6">
                  <c:v>45964</c:v>
                </c:pt>
                <c:pt idx="7">
                  <c:v>45965</c:v>
                </c:pt>
              </c:numCache>
            </c:numRef>
          </c:cat>
          <c:val>
            <c:numRef>
              <c:f>Sheet1!$D$2:$D$9</c:f>
              <c:numCache>
                <c:formatCode>0.0</c:formatCode>
                <c:ptCount val="8"/>
                <c:pt idx="0">
                  <c:v>7.3</c:v>
                </c:pt>
                <c:pt idx="1">
                  <c:v>6.7</c:v>
                </c:pt>
                <c:pt idx="2">
                  <c:v>2.7</c:v>
                </c:pt>
                <c:pt idx="3">
                  <c:v>3.2</c:v>
                </c:pt>
                <c:pt idx="4">
                  <c:v>3.9</c:v>
                </c:pt>
                <c:pt idx="5">
                  <c:v>3.6</c:v>
                </c:pt>
                <c:pt idx="6">
                  <c:v>3.9</c:v>
                </c:pt>
                <c:pt idx="7">
                  <c:v>5.0999999999999996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33D2-4B2E-8412-A1142AF28BAD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Sheet1!$A$2:$A$9</c:f>
              <c:numCache>
                <c:formatCode>m/d/yyyy</c:formatCode>
                <c:ptCount val="8"/>
                <c:pt idx="0">
                  <c:v>45957</c:v>
                </c:pt>
                <c:pt idx="1">
                  <c:v>45958</c:v>
                </c:pt>
                <c:pt idx="2">
                  <c:v>45960</c:v>
                </c:pt>
                <c:pt idx="3">
                  <c:v>45961</c:v>
                </c:pt>
                <c:pt idx="4">
                  <c:v>45962</c:v>
                </c:pt>
                <c:pt idx="5">
                  <c:v>45963</c:v>
                </c:pt>
                <c:pt idx="6">
                  <c:v>45964</c:v>
                </c:pt>
                <c:pt idx="7">
                  <c:v>45965</c:v>
                </c:pt>
              </c:numCache>
            </c:numRef>
          </c:cat>
          <c:val>
            <c:numRef>
              <c:f>Sheet1!$E$2:$E$9</c:f>
              <c:numCache>
                <c:formatCode>0.0</c:formatCode>
                <c:ptCount val="8"/>
                <c:pt idx="0">
                  <c:v>2.2000000000000002</c:v>
                </c:pt>
                <c:pt idx="1">
                  <c:v>2.2000000000000002</c:v>
                </c:pt>
                <c:pt idx="2">
                  <c:v>2</c:v>
                </c:pt>
                <c:pt idx="3">
                  <c:v>2.8</c:v>
                </c:pt>
                <c:pt idx="4">
                  <c:v>3</c:v>
                </c:pt>
                <c:pt idx="5">
                  <c:v>2.8</c:v>
                </c:pt>
                <c:pt idx="6">
                  <c:v>2.5</c:v>
                </c:pt>
                <c:pt idx="7">
                  <c:v>2.8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33D2-4B2E-8412-A1142AF28BAD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Sheet1!$A$2:$A$9</c:f>
              <c:numCache>
                <c:formatCode>m/d/yyyy</c:formatCode>
                <c:ptCount val="8"/>
                <c:pt idx="0">
                  <c:v>45957</c:v>
                </c:pt>
                <c:pt idx="1">
                  <c:v>45958</c:v>
                </c:pt>
                <c:pt idx="2">
                  <c:v>45960</c:v>
                </c:pt>
                <c:pt idx="3">
                  <c:v>45961</c:v>
                </c:pt>
                <c:pt idx="4">
                  <c:v>45962</c:v>
                </c:pt>
                <c:pt idx="5">
                  <c:v>45963</c:v>
                </c:pt>
                <c:pt idx="6">
                  <c:v>45964</c:v>
                </c:pt>
                <c:pt idx="7">
                  <c:v>45965</c:v>
                </c:pt>
              </c:numCache>
            </c:numRef>
          </c:cat>
          <c:val>
            <c:numRef>
              <c:f>Sheet1!$F$2:$F$9</c:f>
              <c:numCache>
                <c:formatCode>0.0</c:formatCode>
                <c:ptCount val="8"/>
                <c:pt idx="0">
                  <c:v>0</c:v>
                </c:pt>
                <c:pt idx="1">
                  <c:v>0.1</c:v>
                </c:pt>
                <c:pt idx="2">
                  <c:v>1.1000000000000001</c:v>
                </c:pt>
                <c:pt idx="3">
                  <c:v>0.9</c:v>
                </c:pt>
                <c:pt idx="4">
                  <c:v>0.8</c:v>
                </c:pt>
                <c:pt idx="5">
                  <c:v>0.8</c:v>
                </c:pt>
                <c:pt idx="6">
                  <c:v>0.6</c:v>
                </c:pt>
                <c:pt idx="7">
                  <c:v>0.5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33D2-4B2E-8412-A1142AF28BAD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Sheet1!$A$2:$A$9</c:f>
              <c:numCache>
                <c:formatCode>m/d/yyyy</c:formatCode>
                <c:ptCount val="8"/>
                <c:pt idx="0">
                  <c:v>45957</c:v>
                </c:pt>
                <c:pt idx="1">
                  <c:v>45958</c:v>
                </c:pt>
                <c:pt idx="2">
                  <c:v>45960</c:v>
                </c:pt>
                <c:pt idx="3">
                  <c:v>45961</c:v>
                </c:pt>
                <c:pt idx="4">
                  <c:v>45962</c:v>
                </c:pt>
                <c:pt idx="5">
                  <c:v>45963</c:v>
                </c:pt>
                <c:pt idx="6">
                  <c:v>45964</c:v>
                </c:pt>
                <c:pt idx="7">
                  <c:v>45965</c:v>
                </c:pt>
              </c:numCache>
            </c:numRef>
          </c:cat>
          <c:val>
            <c:numRef>
              <c:f>Sheet1!$G$2:$G$9</c:f>
              <c:numCache>
                <c:formatCode>0.0</c:formatCode>
                <c:ptCount val="8"/>
                <c:pt idx="0">
                  <c:v>4.5999999999999996</c:v>
                </c:pt>
                <c:pt idx="1">
                  <c:v>5.9</c:v>
                </c:pt>
                <c:pt idx="2">
                  <c:v>9.9</c:v>
                </c:pt>
                <c:pt idx="3">
                  <c:v>7.1</c:v>
                </c:pt>
                <c:pt idx="4">
                  <c:v>7.4</c:v>
                </c:pt>
                <c:pt idx="5">
                  <c:v>7.7</c:v>
                </c:pt>
                <c:pt idx="6">
                  <c:v>7.6</c:v>
                </c:pt>
                <c:pt idx="7">
                  <c:v>7.3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33D2-4B2E-8412-A1142AF28BA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Sheet1!$B$2:$B$10</c:f>
              <c:numCache>
                <c:formatCode>0.0</c:formatCode>
                <c:ptCount val="9"/>
                <c:pt idx="0">
                  <c:v>47.5</c:v>
                </c:pt>
                <c:pt idx="1">
                  <c:v>47.8</c:v>
                </c:pt>
                <c:pt idx="2">
                  <c:v>47.9</c:v>
                </c:pt>
                <c:pt idx="3">
                  <c:v>46.6</c:v>
                </c:pt>
                <c:pt idx="4">
                  <c:v>42.5</c:v>
                </c:pt>
                <c:pt idx="5">
                  <c:v>41.4</c:v>
                </c:pt>
                <c:pt idx="6">
                  <c:v>41.3</c:v>
                </c:pt>
                <c:pt idx="7">
                  <c:v>41.7</c:v>
                </c:pt>
                <c:pt idx="8">
                  <c:v>41.6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2C15-40F9-9A64-E65E8D58FC42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Sheet1!$C$2:$C$10</c:f>
              <c:numCache>
                <c:formatCode>0.0</c:formatCode>
                <c:ptCount val="9"/>
                <c:pt idx="0">
                  <c:v>37.1</c:v>
                </c:pt>
                <c:pt idx="1">
                  <c:v>38.4</c:v>
                </c:pt>
                <c:pt idx="2">
                  <c:v>39.299999999999997</c:v>
                </c:pt>
                <c:pt idx="3">
                  <c:v>39.700000000000003</c:v>
                </c:pt>
                <c:pt idx="4">
                  <c:v>43.6</c:v>
                </c:pt>
                <c:pt idx="5">
                  <c:v>45.4</c:v>
                </c:pt>
                <c:pt idx="6">
                  <c:v>45.9</c:v>
                </c:pt>
                <c:pt idx="7">
                  <c:v>46.2</c:v>
                </c:pt>
                <c:pt idx="8">
                  <c:v>47.4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C15-40F9-9A64-E65E8D58FC42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Sheet1!$D$2:$D$10</c:f>
              <c:numCache>
                <c:formatCode>0.0</c:formatCode>
                <c:ptCount val="9"/>
                <c:pt idx="0">
                  <c:v>3.8</c:v>
                </c:pt>
                <c:pt idx="1">
                  <c:v>3.3</c:v>
                </c:pt>
                <c:pt idx="2">
                  <c:v>3.5</c:v>
                </c:pt>
                <c:pt idx="3">
                  <c:v>4.4000000000000004</c:v>
                </c:pt>
                <c:pt idx="4">
                  <c:v>5.6</c:v>
                </c:pt>
                <c:pt idx="5">
                  <c:v>5.0999999999999996</c:v>
                </c:pt>
                <c:pt idx="6">
                  <c:v>4.5999999999999996</c:v>
                </c:pt>
                <c:pt idx="7">
                  <c:v>3.7</c:v>
                </c:pt>
                <c:pt idx="8">
                  <c:v>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C15-40F9-9A64-E65E8D58FC42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Sheet1!$E$2:$E$10</c:f>
              <c:numCache>
                <c:formatCode>0.0</c:formatCode>
                <c:ptCount val="9"/>
                <c:pt idx="0">
                  <c:v>0.1</c:v>
                </c:pt>
                <c:pt idx="1">
                  <c:v>0.3</c:v>
                </c:pt>
                <c:pt idx="2">
                  <c:v>0.5</c:v>
                </c:pt>
                <c:pt idx="3">
                  <c:v>0.5</c:v>
                </c:pt>
                <c:pt idx="4">
                  <c:v>0.4</c:v>
                </c:pt>
                <c:pt idx="5">
                  <c:v>0.3</c:v>
                </c:pt>
                <c:pt idx="6">
                  <c:v>0.2</c:v>
                </c:pt>
                <c:pt idx="7">
                  <c:v>0.2</c:v>
                </c:pt>
                <c:pt idx="8">
                  <c:v>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2C15-40F9-9A64-E65E8D58FC42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Sheet1!$F$2:$F$10</c:f>
              <c:numCache>
                <c:formatCode>0.0</c:formatCode>
                <c:ptCount val="9"/>
                <c:pt idx="0">
                  <c:v>0.2</c:v>
                </c:pt>
                <c:pt idx="1">
                  <c:v>0.2</c:v>
                </c:pt>
                <c:pt idx="2">
                  <c:v>0.1</c:v>
                </c:pt>
                <c:pt idx="3">
                  <c:v>0.1</c:v>
                </c:pt>
                <c:pt idx="4">
                  <c:v>0.4</c:v>
                </c:pt>
                <c:pt idx="5">
                  <c:v>0.4</c:v>
                </c:pt>
                <c:pt idx="6">
                  <c:v>0.4</c:v>
                </c:pt>
                <c:pt idx="7">
                  <c:v>0.3</c:v>
                </c:pt>
                <c:pt idx="8">
                  <c:v>0.3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2C15-40F9-9A64-E65E8D58FC42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Sheet1!$G$2:$G$10</c:f>
              <c:numCache>
                <c:formatCode>0.0</c:formatCode>
                <c:ptCount val="9"/>
                <c:pt idx="0">
                  <c:v>11.3</c:v>
                </c:pt>
                <c:pt idx="1">
                  <c:v>10.1</c:v>
                </c:pt>
                <c:pt idx="2">
                  <c:v>8.6999999999999993</c:v>
                </c:pt>
                <c:pt idx="3">
                  <c:v>8.6999999999999993</c:v>
                </c:pt>
                <c:pt idx="4">
                  <c:v>7.5</c:v>
                </c:pt>
                <c:pt idx="5">
                  <c:v>7.4</c:v>
                </c:pt>
                <c:pt idx="6">
                  <c:v>7.6</c:v>
                </c:pt>
                <c:pt idx="7">
                  <c:v>7.8</c:v>
                </c:pt>
                <c:pt idx="8">
                  <c:v>6.6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2C15-40F9-9A64-E65E8D58FC4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Sheet1!$B$2:$B$10</c:f>
              <c:numCache>
                <c:formatCode>0.0</c:formatCode>
                <c:ptCount val="9"/>
                <c:pt idx="0">
                  <c:v>45.7</c:v>
                </c:pt>
                <c:pt idx="1">
                  <c:v>46.2</c:v>
                </c:pt>
                <c:pt idx="2">
                  <c:v>45.3</c:v>
                </c:pt>
                <c:pt idx="3">
                  <c:v>45.9</c:v>
                </c:pt>
                <c:pt idx="4">
                  <c:v>46.6</c:v>
                </c:pt>
                <c:pt idx="5">
                  <c:v>43.9</c:v>
                </c:pt>
                <c:pt idx="6">
                  <c:v>43.5</c:v>
                </c:pt>
                <c:pt idx="7">
                  <c:v>42.1</c:v>
                </c:pt>
                <c:pt idx="8">
                  <c:v>41.8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CEB-4AC5-91C5-88C350FB6AA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Sheet1!$C$2:$C$10</c:f>
              <c:numCache>
                <c:formatCode>0.0</c:formatCode>
                <c:ptCount val="9"/>
                <c:pt idx="0">
                  <c:v>36.200000000000003</c:v>
                </c:pt>
                <c:pt idx="1">
                  <c:v>34</c:v>
                </c:pt>
                <c:pt idx="2">
                  <c:v>37.299999999999997</c:v>
                </c:pt>
                <c:pt idx="3">
                  <c:v>37.4</c:v>
                </c:pt>
                <c:pt idx="4">
                  <c:v>39.299999999999997</c:v>
                </c:pt>
                <c:pt idx="5">
                  <c:v>39.4</c:v>
                </c:pt>
                <c:pt idx="6">
                  <c:v>37</c:v>
                </c:pt>
                <c:pt idx="7">
                  <c:v>36.299999999999997</c:v>
                </c:pt>
                <c:pt idx="8">
                  <c:v>36.799999999999997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CEB-4AC5-91C5-88C350FB6AA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Sheet1!$D$2:$D$10</c:f>
              <c:numCache>
                <c:formatCode>0.0</c:formatCode>
                <c:ptCount val="9"/>
                <c:pt idx="0">
                  <c:v>5.3</c:v>
                </c:pt>
                <c:pt idx="1">
                  <c:v>5.7</c:v>
                </c:pt>
                <c:pt idx="2">
                  <c:v>7.5</c:v>
                </c:pt>
                <c:pt idx="3">
                  <c:v>5.5</c:v>
                </c:pt>
                <c:pt idx="4">
                  <c:v>4.8</c:v>
                </c:pt>
                <c:pt idx="5">
                  <c:v>6.6</c:v>
                </c:pt>
                <c:pt idx="6">
                  <c:v>7.4</c:v>
                </c:pt>
                <c:pt idx="7">
                  <c:v>8.8000000000000007</c:v>
                </c:pt>
                <c:pt idx="8">
                  <c:v>8.1999999999999993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DCEB-4AC5-91C5-88C350FB6AA9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Sheet1!$E$2:$E$10</c:f>
              <c:numCache>
                <c:formatCode>0.0</c:formatCode>
                <c:ptCount val="9"/>
                <c:pt idx="0">
                  <c:v>2.1</c:v>
                </c:pt>
                <c:pt idx="1">
                  <c:v>2.2999999999999998</c:v>
                </c:pt>
                <c:pt idx="2">
                  <c:v>1.1000000000000001</c:v>
                </c:pt>
                <c:pt idx="3">
                  <c:v>1</c:v>
                </c:pt>
                <c:pt idx="4">
                  <c:v>1.2</c:v>
                </c:pt>
                <c:pt idx="5">
                  <c:v>1.3</c:v>
                </c:pt>
                <c:pt idx="6">
                  <c:v>1.3</c:v>
                </c:pt>
                <c:pt idx="7">
                  <c:v>2.1</c:v>
                </c:pt>
                <c:pt idx="8">
                  <c:v>2.4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DCEB-4AC5-91C5-88C350FB6AA9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Sheet1!$F$2:$F$10</c:f>
              <c:numCache>
                <c:formatCode>0.0</c:formatCode>
                <c:ptCount val="9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0.6</c:v>
                </c:pt>
                <c:pt idx="4">
                  <c:v>1.2</c:v>
                </c:pt>
                <c:pt idx="5">
                  <c:v>0.7</c:v>
                </c:pt>
                <c:pt idx="6">
                  <c:v>0.7</c:v>
                </c:pt>
                <c:pt idx="7">
                  <c:v>0.6</c:v>
                </c:pt>
                <c:pt idx="8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DCEB-4AC5-91C5-88C350FB6AA9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Sheet1!$G$2:$G$10</c:f>
              <c:numCache>
                <c:formatCode>0.0</c:formatCode>
                <c:ptCount val="9"/>
                <c:pt idx="0">
                  <c:v>10.6</c:v>
                </c:pt>
                <c:pt idx="1">
                  <c:v>11.8</c:v>
                </c:pt>
                <c:pt idx="2">
                  <c:v>8.9</c:v>
                </c:pt>
                <c:pt idx="3">
                  <c:v>9.5</c:v>
                </c:pt>
                <c:pt idx="4">
                  <c:v>7</c:v>
                </c:pt>
                <c:pt idx="5">
                  <c:v>8.1</c:v>
                </c:pt>
                <c:pt idx="6">
                  <c:v>10.199999999999999</c:v>
                </c:pt>
                <c:pt idx="7">
                  <c:v>10.1</c:v>
                </c:pt>
                <c:pt idx="8">
                  <c:v>10.199999999999999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DCEB-4AC5-91C5-88C350FB6AA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Sheet1!$B$2:$B$10</c:f>
              <c:numCache>
                <c:formatCode>0.0</c:formatCode>
                <c:ptCount val="9"/>
                <c:pt idx="0">
                  <c:v>40.200000000000003</c:v>
                </c:pt>
                <c:pt idx="1">
                  <c:v>40.1</c:v>
                </c:pt>
                <c:pt idx="2">
                  <c:v>41.4</c:v>
                </c:pt>
                <c:pt idx="3">
                  <c:v>41.4</c:v>
                </c:pt>
                <c:pt idx="4">
                  <c:v>41.3</c:v>
                </c:pt>
                <c:pt idx="5">
                  <c:v>41.2</c:v>
                </c:pt>
                <c:pt idx="6">
                  <c:v>41.4</c:v>
                </c:pt>
                <c:pt idx="7">
                  <c:v>42.1</c:v>
                </c:pt>
                <c:pt idx="8">
                  <c:v>42.8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67CF-4D70-83F9-6C0910A0875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Sheet1!$C$2:$C$10</c:f>
              <c:numCache>
                <c:formatCode>0.0</c:formatCode>
                <c:ptCount val="9"/>
                <c:pt idx="0">
                  <c:v>49.8</c:v>
                </c:pt>
                <c:pt idx="1">
                  <c:v>48.8</c:v>
                </c:pt>
                <c:pt idx="2">
                  <c:v>47.5</c:v>
                </c:pt>
                <c:pt idx="3">
                  <c:v>47.6</c:v>
                </c:pt>
                <c:pt idx="4">
                  <c:v>47.8</c:v>
                </c:pt>
                <c:pt idx="5">
                  <c:v>47.7</c:v>
                </c:pt>
                <c:pt idx="6">
                  <c:v>47.1</c:v>
                </c:pt>
                <c:pt idx="7">
                  <c:v>47.1</c:v>
                </c:pt>
                <c:pt idx="8">
                  <c:v>47.2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67CF-4D70-83F9-6C0910A08753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Sheet1!$D$2:$D$10</c:f>
              <c:numCache>
                <c:formatCode>0.0</c:formatCode>
                <c:ptCount val="9"/>
                <c:pt idx="0">
                  <c:v>2.8</c:v>
                </c:pt>
                <c:pt idx="1">
                  <c:v>3.2</c:v>
                </c:pt>
                <c:pt idx="2">
                  <c:v>3.3</c:v>
                </c:pt>
                <c:pt idx="3">
                  <c:v>3.5</c:v>
                </c:pt>
                <c:pt idx="4">
                  <c:v>3.7</c:v>
                </c:pt>
                <c:pt idx="5">
                  <c:v>3.7</c:v>
                </c:pt>
                <c:pt idx="6">
                  <c:v>4</c:v>
                </c:pt>
                <c:pt idx="7">
                  <c:v>4.3</c:v>
                </c:pt>
                <c:pt idx="8">
                  <c:v>4.0999999999999996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67CF-4D70-83F9-6C0910A0875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Sheet1!$E$2:$E$10</c:f>
              <c:numCache>
                <c:formatCode>0.0</c:formatCode>
                <c:ptCount val="9"/>
                <c:pt idx="0">
                  <c:v>0.6</c:v>
                </c:pt>
                <c:pt idx="1">
                  <c:v>0.9</c:v>
                </c:pt>
                <c:pt idx="2">
                  <c:v>1</c:v>
                </c:pt>
                <c:pt idx="3">
                  <c:v>1.2</c:v>
                </c:pt>
                <c:pt idx="4">
                  <c:v>1.3</c:v>
                </c:pt>
                <c:pt idx="5">
                  <c:v>1.3</c:v>
                </c:pt>
                <c:pt idx="6">
                  <c:v>1.5</c:v>
                </c:pt>
                <c:pt idx="7">
                  <c:v>1.8</c:v>
                </c:pt>
                <c:pt idx="8">
                  <c:v>1.4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67CF-4D70-83F9-6C0910A08753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Sheet1!$F$2:$F$10</c:f>
              <c:numCache>
                <c:formatCode>0.0</c:formatCode>
                <c:ptCount val="9"/>
                <c:pt idx="0">
                  <c:v>0.4</c:v>
                </c:pt>
                <c:pt idx="1">
                  <c:v>0.5</c:v>
                </c:pt>
                <c:pt idx="2">
                  <c:v>0.5</c:v>
                </c:pt>
                <c:pt idx="3">
                  <c:v>0.5</c:v>
                </c:pt>
                <c:pt idx="4">
                  <c:v>0.4</c:v>
                </c:pt>
                <c:pt idx="5">
                  <c:v>0.4</c:v>
                </c:pt>
                <c:pt idx="6">
                  <c:v>0.4</c:v>
                </c:pt>
                <c:pt idx="7">
                  <c:v>0.3</c:v>
                </c:pt>
                <c:pt idx="8">
                  <c:v>0.2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67CF-4D70-83F9-6C0910A08753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Sheet1!$G$2:$G$10</c:f>
              <c:numCache>
                <c:formatCode>0.0</c:formatCode>
                <c:ptCount val="9"/>
                <c:pt idx="0">
                  <c:v>6.2</c:v>
                </c:pt>
                <c:pt idx="1">
                  <c:v>6.5</c:v>
                </c:pt>
                <c:pt idx="2">
                  <c:v>6.4</c:v>
                </c:pt>
                <c:pt idx="3">
                  <c:v>5.9</c:v>
                </c:pt>
                <c:pt idx="4">
                  <c:v>5.5</c:v>
                </c:pt>
                <c:pt idx="5">
                  <c:v>5.6</c:v>
                </c:pt>
                <c:pt idx="6">
                  <c:v>5.6</c:v>
                </c:pt>
                <c:pt idx="7">
                  <c:v>4.3</c:v>
                </c:pt>
                <c:pt idx="8">
                  <c:v>4.3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67CF-4D70-83F9-6C0910A0875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Sheet1!$B$2:$B$10</c:f>
              <c:numCache>
                <c:formatCode>0.0</c:formatCode>
                <c:ptCount val="9"/>
                <c:pt idx="0">
                  <c:v>40.299999999999997</c:v>
                </c:pt>
                <c:pt idx="1">
                  <c:v>39.4</c:v>
                </c:pt>
                <c:pt idx="2">
                  <c:v>39.9</c:v>
                </c:pt>
                <c:pt idx="3">
                  <c:v>39.5</c:v>
                </c:pt>
                <c:pt idx="4">
                  <c:v>41.2</c:v>
                </c:pt>
                <c:pt idx="5">
                  <c:v>40.6</c:v>
                </c:pt>
                <c:pt idx="6">
                  <c:v>41.4</c:v>
                </c:pt>
                <c:pt idx="7">
                  <c:v>41</c:v>
                </c:pt>
                <c:pt idx="8">
                  <c:v>41.9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722-4641-9112-46158124F18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Sheet1!$C$2:$C$10</c:f>
              <c:numCache>
                <c:formatCode>0.0</c:formatCode>
                <c:ptCount val="9"/>
                <c:pt idx="0">
                  <c:v>35.9</c:v>
                </c:pt>
                <c:pt idx="1">
                  <c:v>36.299999999999997</c:v>
                </c:pt>
                <c:pt idx="2">
                  <c:v>36.799999999999997</c:v>
                </c:pt>
                <c:pt idx="3">
                  <c:v>36.200000000000003</c:v>
                </c:pt>
                <c:pt idx="4">
                  <c:v>35.4</c:v>
                </c:pt>
                <c:pt idx="5">
                  <c:v>35.9</c:v>
                </c:pt>
                <c:pt idx="6">
                  <c:v>35.6</c:v>
                </c:pt>
                <c:pt idx="7">
                  <c:v>35.4</c:v>
                </c:pt>
                <c:pt idx="8">
                  <c:v>33.799999999999997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722-4641-9112-46158124F18D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Sheet1!$D$2:$D$10</c:f>
              <c:numCache>
                <c:formatCode>0.0</c:formatCode>
                <c:ptCount val="9"/>
                <c:pt idx="0">
                  <c:v>3.2</c:v>
                </c:pt>
                <c:pt idx="1">
                  <c:v>3.1</c:v>
                </c:pt>
                <c:pt idx="2">
                  <c:v>3</c:v>
                </c:pt>
                <c:pt idx="3">
                  <c:v>3.1</c:v>
                </c:pt>
                <c:pt idx="4">
                  <c:v>3.3</c:v>
                </c:pt>
                <c:pt idx="5">
                  <c:v>3.2</c:v>
                </c:pt>
                <c:pt idx="6">
                  <c:v>3.1</c:v>
                </c:pt>
                <c:pt idx="7">
                  <c:v>3.2</c:v>
                </c:pt>
                <c:pt idx="8">
                  <c:v>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9722-4641-9112-46158124F18D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Sheet1!$E$2:$E$10</c:f>
              <c:numCache>
                <c:formatCode>0.0</c:formatCode>
                <c:ptCount val="9"/>
                <c:pt idx="0">
                  <c:v>6.2</c:v>
                </c:pt>
                <c:pt idx="1">
                  <c:v>6.5</c:v>
                </c:pt>
                <c:pt idx="2">
                  <c:v>4.9000000000000004</c:v>
                </c:pt>
                <c:pt idx="3">
                  <c:v>5</c:v>
                </c:pt>
                <c:pt idx="4">
                  <c:v>2.1</c:v>
                </c:pt>
                <c:pt idx="5">
                  <c:v>1.7</c:v>
                </c:pt>
                <c:pt idx="6">
                  <c:v>1.7</c:v>
                </c:pt>
                <c:pt idx="7">
                  <c:v>1.6</c:v>
                </c:pt>
                <c:pt idx="8">
                  <c:v>1.4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9722-4641-9112-46158124F18D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Sheet1!$F$2:$F$10</c:f>
              <c:numCache>
                <c:formatCode>0.0</c:formatCode>
                <c:ptCount val="9"/>
                <c:pt idx="0">
                  <c:v>3.8</c:v>
                </c:pt>
                <c:pt idx="1">
                  <c:v>4</c:v>
                </c:pt>
                <c:pt idx="2">
                  <c:v>3.1</c:v>
                </c:pt>
                <c:pt idx="3">
                  <c:v>3.1</c:v>
                </c:pt>
                <c:pt idx="4">
                  <c:v>3.2</c:v>
                </c:pt>
                <c:pt idx="5">
                  <c:v>2.9</c:v>
                </c:pt>
                <c:pt idx="6">
                  <c:v>2.9</c:v>
                </c:pt>
                <c:pt idx="7">
                  <c:v>2.9</c:v>
                </c:pt>
                <c:pt idx="8">
                  <c:v>2.7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9722-4641-9112-46158124F18D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Sheet1!$G$2:$G$10</c:f>
              <c:numCache>
                <c:formatCode>0.0</c:formatCode>
                <c:ptCount val="9"/>
                <c:pt idx="0">
                  <c:v>10.6</c:v>
                </c:pt>
                <c:pt idx="1">
                  <c:v>10.7</c:v>
                </c:pt>
                <c:pt idx="2">
                  <c:v>12.4</c:v>
                </c:pt>
                <c:pt idx="3">
                  <c:v>13.2</c:v>
                </c:pt>
                <c:pt idx="4">
                  <c:v>14.8</c:v>
                </c:pt>
                <c:pt idx="5">
                  <c:v>15.6</c:v>
                </c:pt>
                <c:pt idx="6">
                  <c:v>15.3</c:v>
                </c:pt>
                <c:pt idx="7">
                  <c:v>15.8</c:v>
                </c:pt>
                <c:pt idx="8">
                  <c:v>16.100000000000001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9722-4641-9112-46158124F18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Sheet1!$B$2:$B$10</c:f>
              <c:numCache>
                <c:formatCode>0.0</c:formatCode>
                <c:ptCount val="9"/>
                <c:pt idx="0">
                  <c:v>48.5</c:v>
                </c:pt>
                <c:pt idx="1">
                  <c:v>50.2</c:v>
                </c:pt>
                <c:pt idx="2">
                  <c:v>51.3</c:v>
                </c:pt>
                <c:pt idx="3">
                  <c:v>52.4</c:v>
                </c:pt>
                <c:pt idx="4">
                  <c:v>52.7</c:v>
                </c:pt>
                <c:pt idx="5">
                  <c:v>52.2</c:v>
                </c:pt>
                <c:pt idx="6">
                  <c:v>52.5</c:v>
                </c:pt>
                <c:pt idx="7">
                  <c:v>51.8</c:v>
                </c:pt>
                <c:pt idx="8">
                  <c:v>51.9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759-4AB2-BC2E-8041771B0CD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Sheet1!$C$2:$C$10</c:f>
              <c:numCache>
                <c:formatCode>0.0</c:formatCode>
                <c:ptCount val="9"/>
                <c:pt idx="0">
                  <c:v>28.7</c:v>
                </c:pt>
                <c:pt idx="1">
                  <c:v>27.3</c:v>
                </c:pt>
                <c:pt idx="2">
                  <c:v>25.9</c:v>
                </c:pt>
                <c:pt idx="3">
                  <c:v>26.1</c:v>
                </c:pt>
                <c:pt idx="4">
                  <c:v>27</c:v>
                </c:pt>
                <c:pt idx="5">
                  <c:v>27.3</c:v>
                </c:pt>
                <c:pt idx="6">
                  <c:v>27.3</c:v>
                </c:pt>
                <c:pt idx="7">
                  <c:v>28.1</c:v>
                </c:pt>
                <c:pt idx="8">
                  <c:v>27.9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759-4AB2-BC2E-8041771B0CD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Sheet1!$D$2:$D$10</c:f>
              <c:numCache>
                <c:formatCode>0.0</c:formatCode>
                <c:ptCount val="9"/>
                <c:pt idx="0">
                  <c:v>7.4</c:v>
                </c:pt>
                <c:pt idx="1">
                  <c:v>7.2</c:v>
                </c:pt>
                <c:pt idx="2">
                  <c:v>7.4</c:v>
                </c:pt>
                <c:pt idx="3">
                  <c:v>7.2</c:v>
                </c:pt>
                <c:pt idx="4">
                  <c:v>7.1</c:v>
                </c:pt>
                <c:pt idx="5">
                  <c:v>6.8</c:v>
                </c:pt>
                <c:pt idx="6">
                  <c:v>6.7</c:v>
                </c:pt>
                <c:pt idx="7">
                  <c:v>6.8</c:v>
                </c:pt>
                <c:pt idx="8">
                  <c:v>6.9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759-4AB2-BC2E-8041771B0CD9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Sheet1!$E$2:$E$10</c:f>
              <c:numCache>
                <c:formatCode>0.0</c:formatCode>
                <c:ptCount val="9"/>
                <c:pt idx="0">
                  <c:v>1.8</c:v>
                </c:pt>
                <c:pt idx="1">
                  <c:v>1.9</c:v>
                </c:pt>
                <c:pt idx="2">
                  <c:v>1.9</c:v>
                </c:pt>
                <c:pt idx="3">
                  <c:v>2.2000000000000002</c:v>
                </c:pt>
                <c:pt idx="4">
                  <c:v>2.4</c:v>
                </c:pt>
                <c:pt idx="5">
                  <c:v>3.4</c:v>
                </c:pt>
                <c:pt idx="6">
                  <c:v>3.3</c:v>
                </c:pt>
                <c:pt idx="7">
                  <c:v>3.1</c:v>
                </c:pt>
                <c:pt idx="8">
                  <c:v>2.9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759-4AB2-BC2E-8041771B0CD9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Sheet1!$F$2:$F$10</c:f>
              <c:numCache>
                <c:formatCode>0.0</c:formatCode>
                <c:ptCount val="9"/>
                <c:pt idx="0">
                  <c:v>1.3</c:v>
                </c:pt>
                <c:pt idx="1">
                  <c:v>1</c:v>
                </c:pt>
                <c:pt idx="2">
                  <c:v>1.9</c:v>
                </c:pt>
                <c:pt idx="3">
                  <c:v>1.2</c:v>
                </c:pt>
                <c:pt idx="4">
                  <c:v>1.2</c:v>
                </c:pt>
                <c:pt idx="5">
                  <c:v>1.1000000000000001</c:v>
                </c:pt>
                <c:pt idx="6">
                  <c:v>1.1000000000000001</c:v>
                </c:pt>
                <c:pt idx="7">
                  <c:v>1.3</c:v>
                </c:pt>
                <c:pt idx="8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759-4AB2-BC2E-8041771B0CD9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Sheet1!$G$2:$G$10</c:f>
              <c:numCache>
                <c:formatCode>0.0</c:formatCode>
                <c:ptCount val="9"/>
                <c:pt idx="0">
                  <c:v>12.3</c:v>
                </c:pt>
                <c:pt idx="1">
                  <c:v>12.4</c:v>
                </c:pt>
                <c:pt idx="2">
                  <c:v>11.6</c:v>
                </c:pt>
                <c:pt idx="3">
                  <c:v>10.9</c:v>
                </c:pt>
                <c:pt idx="4">
                  <c:v>9.6</c:v>
                </c:pt>
                <c:pt idx="5">
                  <c:v>9.1999999999999993</c:v>
                </c:pt>
                <c:pt idx="6">
                  <c:v>9</c:v>
                </c:pt>
                <c:pt idx="7">
                  <c:v>9</c:v>
                </c:pt>
                <c:pt idx="8">
                  <c:v>9.1999999999999993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759-4AB2-BC2E-8041771B0CD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681898961928429E-2"/>
          <c:y val="9.7089167240119803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Sheet1!$A$2:$A$8</c:f>
              <c:numCache>
                <c:formatCode>m/d/yyyy</c:formatCode>
                <c:ptCount val="7"/>
                <c:pt idx="0">
                  <c:v>45959</c:v>
                </c:pt>
                <c:pt idx="1">
                  <c:v>45960</c:v>
                </c:pt>
                <c:pt idx="2">
                  <c:v>45961</c:v>
                </c:pt>
                <c:pt idx="3">
                  <c:v>45962</c:v>
                </c:pt>
                <c:pt idx="4">
                  <c:v>45963</c:v>
                </c:pt>
                <c:pt idx="5">
                  <c:v>45964</c:v>
                </c:pt>
                <c:pt idx="6">
                  <c:v>45965</c:v>
                </c:pt>
              </c:numCache>
            </c:numRef>
          </c:cat>
          <c:val>
            <c:numRef>
              <c:f>Sheet1!$B$2:$B$8</c:f>
              <c:numCache>
                <c:formatCode>0.0</c:formatCode>
                <c:ptCount val="7"/>
                <c:pt idx="0">
                  <c:v>44</c:v>
                </c:pt>
                <c:pt idx="1">
                  <c:v>43.3</c:v>
                </c:pt>
                <c:pt idx="2">
                  <c:v>43.5</c:v>
                </c:pt>
                <c:pt idx="3">
                  <c:v>45.7</c:v>
                </c:pt>
                <c:pt idx="4">
                  <c:v>46.1</c:v>
                </c:pt>
                <c:pt idx="5">
                  <c:v>43.9</c:v>
                </c:pt>
                <c:pt idx="6">
                  <c:v>44.7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759-4AB2-BC2E-8041771B0CD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Sheet1!$A$2:$A$8</c:f>
              <c:numCache>
                <c:formatCode>m/d/yyyy</c:formatCode>
                <c:ptCount val="7"/>
                <c:pt idx="0">
                  <c:v>45959</c:v>
                </c:pt>
                <c:pt idx="1">
                  <c:v>45960</c:v>
                </c:pt>
                <c:pt idx="2">
                  <c:v>45961</c:v>
                </c:pt>
                <c:pt idx="3">
                  <c:v>45962</c:v>
                </c:pt>
                <c:pt idx="4">
                  <c:v>45963</c:v>
                </c:pt>
                <c:pt idx="5">
                  <c:v>45964</c:v>
                </c:pt>
                <c:pt idx="6">
                  <c:v>45965</c:v>
                </c:pt>
              </c:numCache>
            </c:numRef>
          </c:cat>
          <c:val>
            <c:numRef>
              <c:f>Sheet1!$C$2:$C$8</c:f>
              <c:numCache>
                <c:formatCode>0.0</c:formatCode>
                <c:ptCount val="7"/>
                <c:pt idx="0">
                  <c:v>37.4</c:v>
                </c:pt>
                <c:pt idx="1">
                  <c:v>37.9</c:v>
                </c:pt>
                <c:pt idx="2">
                  <c:v>36.799999999999997</c:v>
                </c:pt>
                <c:pt idx="3">
                  <c:v>34.5</c:v>
                </c:pt>
                <c:pt idx="4">
                  <c:v>34.1</c:v>
                </c:pt>
                <c:pt idx="5">
                  <c:v>35.200000000000003</c:v>
                </c:pt>
                <c:pt idx="6">
                  <c:v>32.5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759-4AB2-BC2E-8041771B0CD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Sheet1!$A$2:$A$8</c:f>
              <c:numCache>
                <c:formatCode>m/d/yyyy</c:formatCode>
                <c:ptCount val="7"/>
                <c:pt idx="0">
                  <c:v>45959</c:v>
                </c:pt>
                <c:pt idx="1">
                  <c:v>45960</c:v>
                </c:pt>
                <c:pt idx="2">
                  <c:v>45961</c:v>
                </c:pt>
                <c:pt idx="3">
                  <c:v>45962</c:v>
                </c:pt>
                <c:pt idx="4">
                  <c:v>45963</c:v>
                </c:pt>
                <c:pt idx="5">
                  <c:v>45964</c:v>
                </c:pt>
                <c:pt idx="6">
                  <c:v>45965</c:v>
                </c:pt>
              </c:numCache>
            </c:numRef>
          </c:cat>
          <c:val>
            <c:numRef>
              <c:f>Sheet1!$D$2:$D$8</c:f>
              <c:numCache>
                <c:formatCode>0.0</c:formatCode>
                <c:ptCount val="7"/>
                <c:pt idx="0">
                  <c:v>2.2000000000000002</c:v>
                </c:pt>
                <c:pt idx="1">
                  <c:v>2.4</c:v>
                </c:pt>
                <c:pt idx="2">
                  <c:v>2.5</c:v>
                </c:pt>
                <c:pt idx="3">
                  <c:v>2.4</c:v>
                </c:pt>
                <c:pt idx="4">
                  <c:v>2.4</c:v>
                </c:pt>
                <c:pt idx="5">
                  <c:v>2.2999999999999998</c:v>
                </c:pt>
                <c:pt idx="6">
                  <c:v>1.9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759-4AB2-BC2E-8041771B0CD9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Sheet1!$A$2:$A$8</c:f>
              <c:numCache>
                <c:formatCode>m/d/yyyy</c:formatCode>
                <c:ptCount val="7"/>
                <c:pt idx="0">
                  <c:v>45959</c:v>
                </c:pt>
                <c:pt idx="1">
                  <c:v>45960</c:v>
                </c:pt>
                <c:pt idx="2">
                  <c:v>45961</c:v>
                </c:pt>
                <c:pt idx="3">
                  <c:v>45962</c:v>
                </c:pt>
                <c:pt idx="4">
                  <c:v>45963</c:v>
                </c:pt>
                <c:pt idx="5">
                  <c:v>45964</c:v>
                </c:pt>
                <c:pt idx="6">
                  <c:v>45965</c:v>
                </c:pt>
              </c:numCache>
            </c:numRef>
          </c:cat>
          <c:val>
            <c:numRef>
              <c:f>Sheet1!$E$2:$E$8</c:f>
              <c:numCache>
                <c:formatCode>0.0</c:formatCode>
                <c:ptCount val="7"/>
                <c:pt idx="0">
                  <c:v>3.5</c:v>
                </c:pt>
                <c:pt idx="1">
                  <c:v>3.7</c:v>
                </c:pt>
                <c:pt idx="2">
                  <c:v>2.9</c:v>
                </c:pt>
                <c:pt idx="3">
                  <c:v>3.3</c:v>
                </c:pt>
                <c:pt idx="4">
                  <c:v>3.3</c:v>
                </c:pt>
                <c:pt idx="5">
                  <c:v>3.4</c:v>
                </c:pt>
                <c:pt idx="6">
                  <c:v>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759-4AB2-BC2E-8041771B0CD9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Sheet1!$A$2:$A$8</c:f>
              <c:numCache>
                <c:formatCode>m/d/yyyy</c:formatCode>
                <c:ptCount val="7"/>
                <c:pt idx="0">
                  <c:v>45959</c:v>
                </c:pt>
                <c:pt idx="1">
                  <c:v>45960</c:v>
                </c:pt>
                <c:pt idx="2">
                  <c:v>45961</c:v>
                </c:pt>
                <c:pt idx="3">
                  <c:v>45962</c:v>
                </c:pt>
                <c:pt idx="4">
                  <c:v>45963</c:v>
                </c:pt>
                <c:pt idx="5">
                  <c:v>45964</c:v>
                </c:pt>
                <c:pt idx="6">
                  <c:v>45965</c:v>
                </c:pt>
              </c:numCache>
            </c:numRef>
          </c:cat>
          <c:val>
            <c:numRef>
              <c:f>Sheet1!$F$2:$F$8</c:f>
              <c:numCache>
                <c:formatCode>0.0</c:formatCode>
                <c:ptCount val="7"/>
                <c:pt idx="0">
                  <c:v>0.3</c:v>
                </c:pt>
                <c:pt idx="1">
                  <c:v>0.3</c:v>
                </c:pt>
                <c:pt idx="2">
                  <c:v>0.9</c:v>
                </c:pt>
                <c:pt idx="3">
                  <c:v>1.1000000000000001</c:v>
                </c:pt>
                <c:pt idx="4">
                  <c:v>1.3</c:v>
                </c:pt>
                <c:pt idx="5">
                  <c:v>1.5</c:v>
                </c:pt>
                <c:pt idx="6">
                  <c:v>1.5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759-4AB2-BC2E-8041771B0CD9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Sheet1!$A$2:$A$8</c:f>
              <c:numCache>
                <c:formatCode>m/d/yyyy</c:formatCode>
                <c:ptCount val="7"/>
                <c:pt idx="0">
                  <c:v>45959</c:v>
                </c:pt>
                <c:pt idx="1">
                  <c:v>45960</c:v>
                </c:pt>
                <c:pt idx="2">
                  <c:v>45961</c:v>
                </c:pt>
                <c:pt idx="3">
                  <c:v>45962</c:v>
                </c:pt>
                <c:pt idx="4">
                  <c:v>45963</c:v>
                </c:pt>
                <c:pt idx="5">
                  <c:v>45964</c:v>
                </c:pt>
                <c:pt idx="6">
                  <c:v>45965</c:v>
                </c:pt>
              </c:numCache>
            </c:numRef>
          </c:cat>
          <c:val>
            <c:numRef>
              <c:f>Sheet1!$G$2:$G$8</c:f>
              <c:numCache>
                <c:formatCode>0.0</c:formatCode>
                <c:ptCount val="7"/>
                <c:pt idx="0">
                  <c:v>12.6</c:v>
                </c:pt>
                <c:pt idx="1">
                  <c:v>12.4</c:v>
                </c:pt>
                <c:pt idx="2">
                  <c:v>13.4</c:v>
                </c:pt>
                <c:pt idx="3">
                  <c:v>13</c:v>
                </c:pt>
                <c:pt idx="4">
                  <c:v>13</c:v>
                </c:pt>
                <c:pt idx="5">
                  <c:v>13.7</c:v>
                </c:pt>
                <c:pt idx="6">
                  <c:v>15.7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759-4AB2-BC2E-8041771B0CD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Sheet1!$B$2:$B$10</c:f>
              <c:numCache>
                <c:formatCode>0.0</c:formatCode>
                <c:ptCount val="9"/>
                <c:pt idx="0">
                  <c:v>42.7</c:v>
                </c:pt>
                <c:pt idx="1">
                  <c:v>42.1</c:v>
                </c:pt>
                <c:pt idx="2">
                  <c:v>43.2</c:v>
                </c:pt>
                <c:pt idx="3">
                  <c:v>42</c:v>
                </c:pt>
                <c:pt idx="4">
                  <c:v>41.5</c:v>
                </c:pt>
                <c:pt idx="5">
                  <c:v>42.4</c:v>
                </c:pt>
                <c:pt idx="6">
                  <c:v>42.5</c:v>
                </c:pt>
                <c:pt idx="7">
                  <c:v>41.5</c:v>
                </c:pt>
                <c:pt idx="8">
                  <c:v>39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Sheet1!$C$2:$C$10</c:f>
              <c:numCache>
                <c:formatCode>0.0</c:formatCode>
                <c:ptCount val="9"/>
                <c:pt idx="0">
                  <c:v>48.5</c:v>
                </c:pt>
                <c:pt idx="1">
                  <c:v>48.3</c:v>
                </c:pt>
                <c:pt idx="2">
                  <c:v>48.2</c:v>
                </c:pt>
                <c:pt idx="3">
                  <c:v>48.1</c:v>
                </c:pt>
                <c:pt idx="4">
                  <c:v>46.6</c:v>
                </c:pt>
                <c:pt idx="5">
                  <c:v>45.3</c:v>
                </c:pt>
                <c:pt idx="6">
                  <c:v>45</c:v>
                </c:pt>
                <c:pt idx="7">
                  <c:v>45.9</c:v>
                </c:pt>
                <c:pt idx="8">
                  <c:v>46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Sheet1!$D$2:$D$10</c:f>
              <c:numCache>
                <c:formatCode>0.0</c:formatCode>
                <c:ptCount val="9"/>
                <c:pt idx="0">
                  <c:v>4.7</c:v>
                </c:pt>
                <c:pt idx="1">
                  <c:v>4.4000000000000004</c:v>
                </c:pt>
                <c:pt idx="2">
                  <c:v>3.6</c:v>
                </c:pt>
                <c:pt idx="3">
                  <c:v>4.5999999999999996</c:v>
                </c:pt>
                <c:pt idx="4">
                  <c:v>4.9000000000000004</c:v>
                </c:pt>
                <c:pt idx="5">
                  <c:v>2.9</c:v>
                </c:pt>
                <c:pt idx="6">
                  <c:v>2.9</c:v>
                </c:pt>
                <c:pt idx="7">
                  <c:v>3</c:v>
                </c:pt>
                <c:pt idx="8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Sheet1!$E$2:$E$10</c:f>
              <c:numCache>
                <c:formatCode>0.0</c:formatCode>
                <c:ptCount val="9"/>
                <c:pt idx="0">
                  <c:v>0</c:v>
                </c:pt>
                <c:pt idx="1">
                  <c:v>0.1</c:v>
                </c:pt>
                <c:pt idx="2">
                  <c:v>1.7</c:v>
                </c:pt>
                <c:pt idx="3">
                  <c:v>1.5</c:v>
                </c:pt>
                <c:pt idx="4">
                  <c:v>1.6</c:v>
                </c:pt>
                <c:pt idx="5">
                  <c:v>2.4</c:v>
                </c:pt>
                <c:pt idx="6">
                  <c:v>2.4</c:v>
                </c:pt>
                <c:pt idx="7">
                  <c:v>1.8</c:v>
                </c:pt>
                <c:pt idx="8">
                  <c:v>4.3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Sheet1!$F$2:$F$10</c:f>
              <c:numCache>
                <c:formatCode>0.0</c:formatCode>
                <c:ptCount val="9"/>
                <c:pt idx="0">
                  <c:v>0.3</c:v>
                </c:pt>
                <c:pt idx="1">
                  <c:v>1.2</c:v>
                </c:pt>
                <c:pt idx="2">
                  <c:v>1.1000000000000001</c:v>
                </c:pt>
                <c:pt idx="3">
                  <c:v>1.1000000000000001</c:v>
                </c:pt>
                <c:pt idx="4">
                  <c:v>1.1000000000000001</c:v>
                </c:pt>
                <c:pt idx="5">
                  <c:v>1.5</c:v>
                </c:pt>
                <c:pt idx="6">
                  <c:v>1.5</c:v>
                </c:pt>
                <c:pt idx="7">
                  <c:v>1.2</c:v>
                </c:pt>
                <c:pt idx="8">
                  <c:v>1.1000000000000001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Sheet1!$G$2:$G$10</c:f>
              <c:numCache>
                <c:formatCode>0.0</c:formatCode>
                <c:ptCount val="9"/>
                <c:pt idx="0">
                  <c:v>3.8</c:v>
                </c:pt>
                <c:pt idx="1">
                  <c:v>3.9</c:v>
                </c:pt>
                <c:pt idx="2">
                  <c:v>2.2000000000000002</c:v>
                </c:pt>
                <c:pt idx="3">
                  <c:v>2.7</c:v>
                </c:pt>
                <c:pt idx="4">
                  <c:v>4.0999999999999996</c:v>
                </c:pt>
                <c:pt idx="5">
                  <c:v>5.5</c:v>
                </c:pt>
                <c:pt idx="6">
                  <c:v>5.7</c:v>
                </c:pt>
                <c:pt idx="7">
                  <c:v>6.5</c:v>
                </c:pt>
                <c:pt idx="8">
                  <c:v>9.1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Sheet1!$B$2:$B$10</c:f>
              <c:numCache>
                <c:formatCode>0.0</c:formatCode>
                <c:ptCount val="9"/>
                <c:pt idx="0">
                  <c:v>40.799999999999997</c:v>
                </c:pt>
                <c:pt idx="1">
                  <c:v>40.200000000000003</c:v>
                </c:pt>
                <c:pt idx="2">
                  <c:v>37.299999999999997</c:v>
                </c:pt>
                <c:pt idx="3">
                  <c:v>38.5</c:v>
                </c:pt>
                <c:pt idx="4">
                  <c:v>36.700000000000003</c:v>
                </c:pt>
                <c:pt idx="5">
                  <c:v>35.6</c:v>
                </c:pt>
                <c:pt idx="6">
                  <c:v>36.200000000000003</c:v>
                </c:pt>
                <c:pt idx="7">
                  <c:v>38.1</c:v>
                </c:pt>
                <c:pt idx="8">
                  <c:v>38.9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94E-4C94-8D17-815E3061578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Sheet1!$C$2:$C$10</c:f>
              <c:numCache>
                <c:formatCode>0.0</c:formatCode>
                <c:ptCount val="9"/>
                <c:pt idx="0">
                  <c:v>42.2</c:v>
                </c:pt>
                <c:pt idx="1">
                  <c:v>43.7</c:v>
                </c:pt>
                <c:pt idx="2">
                  <c:v>46.9</c:v>
                </c:pt>
                <c:pt idx="3">
                  <c:v>45.9</c:v>
                </c:pt>
                <c:pt idx="4">
                  <c:v>47.8</c:v>
                </c:pt>
                <c:pt idx="5">
                  <c:v>48.7</c:v>
                </c:pt>
                <c:pt idx="6">
                  <c:v>47.8</c:v>
                </c:pt>
                <c:pt idx="7">
                  <c:v>46.9</c:v>
                </c:pt>
                <c:pt idx="8">
                  <c:v>45.8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94E-4C94-8D17-815E30615786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Sheet1!$D$2:$D$10</c:f>
              <c:numCache>
                <c:formatCode>0.0</c:formatCode>
                <c:ptCount val="9"/>
                <c:pt idx="0">
                  <c:v>3.5</c:v>
                </c:pt>
                <c:pt idx="1">
                  <c:v>3.5</c:v>
                </c:pt>
                <c:pt idx="2">
                  <c:v>4</c:v>
                </c:pt>
                <c:pt idx="3">
                  <c:v>4.8</c:v>
                </c:pt>
                <c:pt idx="4">
                  <c:v>5.0999999999999996</c:v>
                </c:pt>
                <c:pt idx="5">
                  <c:v>5.9</c:v>
                </c:pt>
                <c:pt idx="6">
                  <c:v>6</c:v>
                </c:pt>
                <c:pt idx="7">
                  <c:v>6.1</c:v>
                </c:pt>
                <c:pt idx="8">
                  <c:v>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94E-4C94-8D17-815E30615786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Sheet1!$E$2:$E$10</c:f>
              <c:numCache>
                <c:formatCode>0.0</c:formatCode>
                <c:ptCount val="9"/>
                <c:pt idx="0">
                  <c:v>0.8</c:v>
                </c:pt>
                <c:pt idx="1">
                  <c:v>0.7</c:v>
                </c:pt>
                <c:pt idx="2">
                  <c:v>1</c:v>
                </c:pt>
                <c:pt idx="3">
                  <c:v>1.8</c:v>
                </c:pt>
                <c:pt idx="4">
                  <c:v>0.4</c:v>
                </c:pt>
                <c:pt idx="5">
                  <c:v>0.3</c:v>
                </c:pt>
                <c:pt idx="6">
                  <c:v>0.3</c:v>
                </c:pt>
                <c:pt idx="7">
                  <c:v>0.3</c:v>
                </c:pt>
                <c:pt idx="8">
                  <c:v>0.3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94E-4C94-8D17-815E30615786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Sheet1!$F$2:$F$10</c:f>
              <c:numCache>
                <c:formatCode>0.0</c:formatCode>
                <c:ptCount val="9"/>
                <c:pt idx="0">
                  <c:v>0.2</c:v>
                </c:pt>
                <c:pt idx="1">
                  <c:v>0.2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94E-4C94-8D17-815E30615786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Sheet1!$G$2:$G$10</c:f>
              <c:numCache>
                <c:formatCode>0.0</c:formatCode>
                <c:ptCount val="9"/>
                <c:pt idx="0">
                  <c:v>12.5</c:v>
                </c:pt>
                <c:pt idx="1">
                  <c:v>11.5</c:v>
                </c:pt>
                <c:pt idx="2">
                  <c:v>10.8</c:v>
                </c:pt>
                <c:pt idx="3">
                  <c:v>9</c:v>
                </c:pt>
                <c:pt idx="4">
                  <c:v>9.9</c:v>
                </c:pt>
                <c:pt idx="5">
                  <c:v>9.5</c:v>
                </c:pt>
                <c:pt idx="6">
                  <c:v>9.6999999999999993</c:v>
                </c:pt>
                <c:pt idx="7">
                  <c:v>8.6</c:v>
                </c:pt>
                <c:pt idx="8">
                  <c:v>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94E-4C94-8D17-815E3061578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Sheet1!$B$2:$B$10</c:f>
              <c:numCache>
                <c:formatCode>0.0</c:formatCode>
                <c:ptCount val="9"/>
                <c:pt idx="0">
                  <c:v>51.7</c:v>
                </c:pt>
                <c:pt idx="1">
                  <c:v>51.6</c:v>
                </c:pt>
                <c:pt idx="2">
                  <c:v>50.2</c:v>
                </c:pt>
                <c:pt idx="3">
                  <c:v>50.7</c:v>
                </c:pt>
                <c:pt idx="4">
                  <c:v>50.4</c:v>
                </c:pt>
                <c:pt idx="5">
                  <c:v>49.2</c:v>
                </c:pt>
                <c:pt idx="6">
                  <c:v>49.1</c:v>
                </c:pt>
                <c:pt idx="7">
                  <c:v>50.6</c:v>
                </c:pt>
                <c:pt idx="8">
                  <c:v>50.7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AF3D-4CB0-8B05-09C7FE18ED1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Sheet1!$C$2:$C$10</c:f>
              <c:numCache>
                <c:formatCode>0.0</c:formatCode>
                <c:ptCount val="9"/>
                <c:pt idx="0">
                  <c:v>34.6</c:v>
                </c:pt>
                <c:pt idx="1">
                  <c:v>37.200000000000003</c:v>
                </c:pt>
                <c:pt idx="2">
                  <c:v>37.299999999999997</c:v>
                </c:pt>
                <c:pt idx="3">
                  <c:v>37.4</c:v>
                </c:pt>
                <c:pt idx="4">
                  <c:v>37.6</c:v>
                </c:pt>
                <c:pt idx="5">
                  <c:v>35.4</c:v>
                </c:pt>
                <c:pt idx="6">
                  <c:v>34.9</c:v>
                </c:pt>
                <c:pt idx="7">
                  <c:v>33.6</c:v>
                </c:pt>
                <c:pt idx="8">
                  <c:v>32.799999999999997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AF3D-4CB0-8B05-09C7FE18ED1D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Sheet1!$D$2:$D$10</c:f>
              <c:numCache>
                <c:formatCode>0.0</c:formatCode>
                <c:ptCount val="9"/>
                <c:pt idx="0">
                  <c:v>4.5999999999999996</c:v>
                </c:pt>
                <c:pt idx="1">
                  <c:v>3.6</c:v>
                </c:pt>
                <c:pt idx="2">
                  <c:v>4.0999999999999996</c:v>
                </c:pt>
                <c:pt idx="3">
                  <c:v>3.3</c:v>
                </c:pt>
                <c:pt idx="4">
                  <c:v>2.8</c:v>
                </c:pt>
                <c:pt idx="5">
                  <c:v>3.4</c:v>
                </c:pt>
                <c:pt idx="6">
                  <c:v>3.6</c:v>
                </c:pt>
                <c:pt idx="7">
                  <c:v>2.9</c:v>
                </c:pt>
                <c:pt idx="8">
                  <c:v>2.6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AF3D-4CB0-8B05-09C7FE18ED1D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Sheet1!$E$2:$E$10</c:f>
              <c:numCache>
                <c:formatCode>0.0</c:formatCode>
                <c:ptCount val="9"/>
                <c:pt idx="0">
                  <c:v>2.1</c:v>
                </c:pt>
                <c:pt idx="1">
                  <c:v>2.2000000000000002</c:v>
                </c:pt>
                <c:pt idx="2">
                  <c:v>2.1</c:v>
                </c:pt>
                <c:pt idx="3">
                  <c:v>2.2999999999999998</c:v>
                </c:pt>
                <c:pt idx="4">
                  <c:v>2.4</c:v>
                </c:pt>
                <c:pt idx="5">
                  <c:v>4.2</c:v>
                </c:pt>
                <c:pt idx="6">
                  <c:v>3.9</c:v>
                </c:pt>
                <c:pt idx="7">
                  <c:v>5.4</c:v>
                </c:pt>
                <c:pt idx="8">
                  <c:v>5.4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AF3D-4CB0-8B05-09C7FE18ED1D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Sheet1!$F$2:$F$10</c:f>
              <c:numCache>
                <c:formatCode>0.0</c:formatCode>
                <c:ptCount val="9"/>
                <c:pt idx="0">
                  <c:v>1.9</c:v>
                </c:pt>
                <c:pt idx="1">
                  <c:v>0.5</c:v>
                </c:pt>
                <c:pt idx="2">
                  <c:v>0.3</c:v>
                </c:pt>
                <c:pt idx="3">
                  <c:v>0.3</c:v>
                </c:pt>
                <c:pt idx="4">
                  <c:v>0.3</c:v>
                </c:pt>
                <c:pt idx="5">
                  <c:v>0.8</c:v>
                </c:pt>
                <c:pt idx="6">
                  <c:v>0.8</c:v>
                </c:pt>
                <c:pt idx="7">
                  <c:v>0.6</c:v>
                </c:pt>
                <c:pt idx="8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AF3D-4CB0-8B05-09C7FE18ED1D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Sheet1!$G$2:$G$10</c:f>
              <c:numCache>
                <c:formatCode>0.0</c:formatCode>
                <c:ptCount val="9"/>
                <c:pt idx="0">
                  <c:v>4.9000000000000004</c:v>
                </c:pt>
                <c:pt idx="1">
                  <c:v>4.8</c:v>
                </c:pt>
                <c:pt idx="2">
                  <c:v>6.1</c:v>
                </c:pt>
                <c:pt idx="3">
                  <c:v>6.1</c:v>
                </c:pt>
                <c:pt idx="4">
                  <c:v>6.4</c:v>
                </c:pt>
                <c:pt idx="5">
                  <c:v>7.1</c:v>
                </c:pt>
                <c:pt idx="6">
                  <c:v>7.7</c:v>
                </c:pt>
                <c:pt idx="7">
                  <c:v>6.9</c:v>
                </c:pt>
                <c:pt idx="8">
                  <c:v>7.8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AF3D-4CB0-8B05-09C7FE18ED1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Sheet1!$B$2:$B$10</c:f>
              <c:numCache>
                <c:formatCode>0.0</c:formatCode>
                <c:ptCount val="9"/>
                <c:pt idx="0">
                  <c:v>41.8</c:v>
                </c:pt>
                <c:pt idx="1">
                  <c:v>40.5</c:v>
                </c:pt>
                <c:pt idx="2">
                  <c:v>40</c:v>
                </c:pt>
                <c:pt idx="3">
                  <c:v>40.200000000000003</c:v>
                </c:pt>
                <c:pt idx="4">
                  <c:v>39.6</c:v>
                </c:pt>
                <c:pt idx="5">
                  <c:v>39.4</c:v>
                </c:pt>
                <c:pt idx="6">
                  <c:v>39.4</c:v>
                </c:pt>
                <c:pt idx="7">
                  <c:v>39.200000000000003</c:v>
                </c:pt>
                <c:pt idx="8">
                  <c:v>39.4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41FA-4260-BA6C-DC5AB9E0669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Sheet1!$C$2:$C$10</c:f>
              <c:numCache>
                <c:formatCode>0.0</c:formatCode>
                <c:ptCount val="9"/>
                <c:pt idx="0">
                  <c:v>47.3</c:v>
                </c:pt>
                <c:pt idx="1">
                  <c:v>48.6</c:v>
                </c:pt>
                <c:pt idx="2">
                  <c:v>48.4</c:v>
                </c:pt>
                <c:pt idx="3">
                  <c:v>48.4</c:v>
                </c:pt>
                <c:pt idx="4">
                  <c:v>48.9</c:v>
                </c:pt>
                <c:pt idx="5">
                  <c:v>48</c:v>
                </c:pt>
                <c:pt idx="6">
                  <c:v>48.1</c:v>
                </c:pt>
                <c:pt idx="7">
                  <c:v>48.1</c:v>
                </c:pt>
                <c:pt idx="8">
                  <c:v>48.4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41FA-4260-BA6C-DC5AB9E06693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Sheet1!$D$2:$D$10</c:f>
              <c:numCache>
                <c:formatCode>0.0</c:formatCode>
                <c:ptCount val="9"/>
                <c:pt idx="0">
                  <c:v>0.3</c:v>
                </c:pt>
                <c:pt idx="1">
                  <c:v>0.6</c:v>
                </c:pt>
                <c:pt idx="2">
                  <c:v>0.8</c:v>
                </c:pt>
                <c:pt idx="3">
                  <c:v>0.8</c:v>
                </c:pt>
                <c:pt idx="4">
                  <c:v>1</c:v>
                </c:pt>
                <c:pt idx="5">
                  <c:v>1.1000000000000001</c:v>
                </c:pt>
                <c:pt idx="6">
                  <c:v>1.1000000000000001</c:v>
                </c:pt>
                <c:pt idx="7">
                  <c:v>1.2</c:v>
                </c:pt>
                <c:pt idx="8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41FA-4260-BA6C-DC5AB9E0669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Sheet1!$E$2:$E$10</c:f>
              <c:numCache>
                <c:formatCode>0.0</c:formatCode>
                <c:ptCount val="9"/>
                <c:pt idx="0">
                  <c:v>0.5</c:v>
                </c:pt>
                <c:pt idx="1">
                  <c:v>0.5</c:v>
                </c:pt>
                <c:pt idx="2">
                  <c:v>0.4</c:v>
                </c:pt>
                <c:pt idx="3">
                  <c:v>0.4</c:v>
                </c:pt>
                <c:pt idx="4">
                  <c:v>0.3</c:v>
                </c:pt>
                <c:pt idx="5">
                  <c:v>0.7</c:v>
                </c:pt>
                <c:pt idx="6">
                  <c:v>0.7</c:v>
                </c:pt>
                <c:pt idx="7">
                  <c:v>0.9</c:v>
                </c:pt>
                <c:pt idx="8">
                  <c:v>0.9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41FA-4260-BA6C-DC5AB9E06693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Sheet1!$F$2:$F$10</c:f>
              <c:numCache>
                <c:formatCode>0.0</c:formatCode>
                <c:ptCount val="9"/>
                <c:pt idx="0">
                  <c:v>0.9</c:v>
                </c:pt>
                <c:pt idx="1">
                  <c:v>0.9</c:v>
                </c:pt>
                <c:pt idx="2">
                  <c:v>1.2</c:v>
                </c:pt>
                <c:pt idx="3">
                  <c:v>1.1000000000000001</c:v>
                </c:pt>
                <c:pt idx="4">
                  <c:v>0.8</c:v>
                </c:pt>
                <c:pt idx="5">
                  <c:v>0.8</c:v>
                </c:pt>
                <c:pt idx="6">
                  <c:v>0.8</c:v>
                </c:pt>
                <c:pt idx="7">
                  <c:v>0.5</c:v>
                </c:pt>
                <c:pt idx="8">
                  <c:v>0.5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41FA-4260-BA6C-DC5AB9E06693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Sheet1!$G$2:$G$10</c:f>
              <c:numCache>
                <c:formatCode>0.0</c:formatCode>
                <c:ptCount val="9"/>
                <c:pt idx="0">
                  <c:v>9.1999999999999993</c:v>
                </c:pt>
                <c:pt idx="1">
                  <c:v>8.9</c:v>
                </c:pt>
                <c:pt idx="2">
                  <c:v>9.1</c:v>
                </c:pt>
                <c:pt idx="3">
                  <c:v>9</c:v>
                </c:pt>
                <c:pt idx="4">
                  <c:v>9.3000000000000007</c:v>
                </c:pt>
                <c:pt idx="5">
                  <c:v>9.9</c:v>
                </c:pt>
                <c:pt idx="6">
                  <c:v>9.8000000000000007</c:v>
                </c:pt>
                <c:pt idx="7">
                  <c:v>10.1</c:v>
                </c:pt>
                <c:pt idx="8">
                  <c:v>9.4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41FA-4260-BA6C-DC5AB9E0669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Sheet1!$B$2:$B$10</c:f>
              <c:numCache>
                <c:formatCode>0.0</c:formatCode>
                <c:ptCount val="9"/>
                <c:pt idx="0">
                  <c:v>40.200000000000003</c:v>
                </c:pt>
                <c:pt idx="1">
                  <c:v>41.2</c:v>
                </c:pt>
                <c:pt idx="2">
                  <c:v>41.9</c:v>
                </c:pt>
                <c:pt idx="3">
                  <c:v>39.299999999999997</c:v>
                </c:pt>
                <c:pt idx="4">
                  <c:v>39.9</c:v>
                </c:pt>
                <c:pt idx="5">
                  <c:v>39.6</c:v>
                </c:pt>
                <c:pt idx="6">
                  <c:v>39.6</c:v>
                </c:pt>
                <c:pt idx="7">
                  <c:v>40</c:v>
                </c:pt>
                <c:pt idx="8">
                  <c:v>38.9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003-4CFA-9D56-B98C6AF3A6C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Sheet1!$C$2:$C$10</c:f>
              <c:numCache>
                <c:formatCode>0.0</c:formatCode>
                <c:ptCount val="9"/>
                <c:pt idx="0">
                  <c:v>37.200000000000003</c:v>
                </c:pt>
                <c:pt idx="1">
                  <c:v>33.6</c:v>
                </c:pt>
                <c:pt idx="2">
                  <c:v>31.6</c:v>
                </c:pt>
                <c:pt idx="3">
                  <c:v>34.6</c:v>
                </c:pt>
                <c:pt idx="4">
                  <c:v>33.1</c:v>
                </c:pt>
                <c:pt idx="5">
                  <c:v>33.200000000000003</c:v>
                </c:pt>
                <c:pt idx="6">
                  <c:v>33.200000000000003</c:v>
                </c:pt>
                <c:pt idx="7">
                  <c:v>33.1</c:v>
                </c:pt>
                <c:pt idx="8">
                  <c:v>33.700000000000003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003-4CFA-9D56-B98C6AF3A6CB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Sheet1!$D$2:$D$10</c:f>
              <c:numCache>
                <c:formatCode>0.0</c:formatCode>
                <c:ptCount val="9"/>
                <c:pt idx="0">
                  <c:v>2.5</c:v>
                </c:pt>
                <c:pt idx="1">
                  <c:v>2.2999999999999998</c:v>
                </c:pt>
                <c:pt idx="2">
                  <c:v>2.2000000000000002</c:v>
                </c:pt>
                <c:pt idx="3">
                  <c:v>2.2999999999999998</c:v>
                </c:pt>
                <c:pt idx="4">
                  <c:v>2.9</c:v>
                </c:pt>
                <c:pt idx="5">
                  <c:v>2.5</c:v>
                </c:pt>
                <c:pt idx="6">
                  <c:v>2.7</c:v>
                </c:pt>
                <c:pt idx="7">
                  <c:v>2.5</c:v>
                </c:pt>
                <c:pt idx="8">
                  <c:v>2.6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9003-4CFA-9D56-B98C6AF3A6CB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Sheet1!$E$2:$E$10</c:f>
              <c:numCache>
                <c:formatCode>0.0</c:formatCode>
                <c:ptCount val="9"/>
                <c:pt idx="0">
                  <c:v>0.5</c:v>
                </c:pt>
                <c:pt idx="1">
                  <c:v>2</c:v>
                </c:pt>
                <c:pt idx="2">
                  <c:v>1.5</c:v>
                </c:pt>
                <c:pt idx="3">
                  <c:v>1.3</c:v>
                </c:pt>
                <c:pt idx="4">
                  <c:v>0.3</c:v>
                </c:pt>
                <c:pt idx="5">
                  <c:v>0.3</c:v>
                </c:pt>
                <c:pt idx="6">
                  <c:v>0.3</c:v>
                </c:pt>
                <c:pt idx="7">
                  <c:v>0.3</c:v>
                </c:pt>
                <c:pt idx="8">
                  <c:v>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9003-4CFA-9D56-B98C6AF3A6CB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Sheet1!$F$2:$F$10</c:f>
              <c:numCache>
                <c:formatCode>0.0</c:formatCode>
                <c:ptCount val="9"/>
                <c:pt idx="0">
                  <c:v>9.5</c:v>
                </c:pt>
                <c:pt idx="1">
                  <c:v>9.3000000000000007</c:v>
                </c:pt>
                <c:pt idx="2">
                  <c:v>9.4</c:v>
                </c:pt>
                <c:pt idx="3">
                  <c:v>9.5</c:v>
                </c:pt>
                <c:pt idx="4">
                  <c:v>10.199999999999999</c:v>
                </c:pt>
                <c:pt idx="5">
                  <c:v>9.6999999999999993</c:v>
                </c:pt>
                <c:pt idx="6">
                  <c:v>9.6999999999999993</c:v>
                </c:pt>
                <c:pt idx="7">
                  <c:v>9.4</c:v>
                </c:pt>
                <c:pt idx="8">
                  <c:v>8.6999999999999993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9003-4CFA-9D56-B98C6AF3A6CB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Sheet1!$G$2:$G$10</c:f>
              <c:numCache>
                <c:formatCode>0.0</c:formatCode>
                <c:ptCount val="9"/>
                <c:pt idx="0">
                  <c:v>10.1</c:v>
                </c:pt>
                <c:pt idx="1">
                  <c:v>11.7</c:v>
                </c:pt>
                <c:pt idx="2">
                  <c:v>13.4</c:v>
                </c:pt>
                <c:pt idx="3">
                  <c:v>13</c:v>
                </c:pt>
                <c:pt idx="4">
                  <c:v>13.6</c:v>
                </c:pt>
                <c:pt idx="5">
                  <c:v>14.6</c:v>
                </c:pt>
                <c:pt idx="6">
                  <c:v>14.6</c:v>
                </c:pt>
                <c:pt idx="7">
                  <c:v>14.8</c:v>
                </c:pt>
                <c:pt idx="8">
                  <c:v>15.7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9003-4CFA-9D56-B98C6AF3A6C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Sheet1!$B$2:$B$10</c:f>
              <c:numCache>
                <c:formatCode>0.0</c:formatCode>
                <c:ptCount val="9"/>
                <c:pt idx="0">
                  <c:v>38.4</c:v>
                </c:pt>
                <c:pt idx="1">
                  <c:v>38.799999999999997</c:v>
                </c:pt>
                <c:pt idx="2">
                  <c:v>40.5</c:v>
                </c:pt>
                <c:pt idx="3">
                  <c:v>41.3</c:v>
                </c:pt>
                <c:pt idx="4">
                  <c:v>42.4</c:v>
                </c:pt>
                <c:pt idx="5">
                  <c:v>42.2</c:v>
                </c:pt>
                <c:pt idx="6">
                  <c:v>42.4</c:v>
                </c:pt>
                <c:pt idx="7">
                  <c:v>42.9</c:v>
                </c:pt>
                <c:pt idx="8">
                  <c:v>42.9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08A-43DE-B1F5-B33F8DC6C80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Sheet1!$C$2:$C$10</c:f>
              <c:numCache>
                <c:formatCode>0.0</c:formatCode>
                <c:ptCount val="9"/>
                <c:pt idx="0">
                  <c:v>41.8</c:v>
                </c:pt>
                <c:pt idx="1">
                  <c:v>42.2</c:v>
                </c:pt>
                <c:pt idx="2">
                  <c:v>42.5</c:v>
                </c:pt>
                <c:pt idx="3">
                  <c:v>41.1</c:v>
                </c:pt>
                <c:pt idx="4">
                  <c:v>41.7</c:v>
                </c:pt>
                <c:pt idx="5">
                  <c:v>41.1</c:v>
                </c:pt>
                <c:pt idx="6">
                  <c:v>40.700000000000003</c:v>
                </c:pt>
                <c:pt idx="7">
                  <c:v>40.700000000000003</c:v>
                </c:pt>
                <c:pt idx="8">
                  <c:v>40.700000000000003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08A-43DE-B1F5-B33F8DC6C803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Sheet1!$D$2:$D$10</c:f>
              <c:numCache>
                <c:formatCode>0.0</c:formatCode>
                <c:ptCount val="9"/>
                <c:pt idx="0">
                  <c:v>6.1</c:v>
                </c:pt>
                <c:pt idx="1">
                  <c:v>5.5</c:v>
                </c:pt>
                <c:pt idx="2">
                  <c:v>6.4</c:v>
                </c:pt>
                <c:pt idx="3">
                  <c:v>6.3</c:v>
                </c:pt>
                <c:pt idx="4">
                  <c:v>5.8</c:v>
                </c:pt>
                <c:pt idx="5">
                  <c:v>7</c:v>
                </c:pt>
                <c:pt idx="6">
                  <c:v>7</c:v>
                </c:pt>
                <c:pt idx="7">
                  <c:v>6.5</c:v>
                </c:pt>
                <c:pt idx="8">
                  <c:v>6.4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08A-43DE-B1F5-B33F8DC6C80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Sheet1!$E$2:$E$10</c:f>
              <c:numCache>
                <c:formatCode>0.0</c:formatCode>
                <c:ptCount val="9"/>
                <c:pt idx="0">
                  <c:v>1.8</c:v>
                </c:pt>
                <c:pt idx="1">
                  <c:v>1.6</c:v>
                </c:pt>
                <c:pt idx="2">
                  <c:v>0.9</c:v>
                </c:pt>
                <c:pt idx="3">
                  <c:v>0.8</c:v>
                </c:pt>
                <c:pt idx="4">
                  <c:v>0.6</c:v>
                </c:pt>
                <c:pt idx="5">
                  <c:v>0.6</c:v>
                </c:pt>
                <c:pt idx="6">
                  <c:v>0.9</c:v>
                </c:pt>
                <c:pt idx="7">
                  <c:v>1.2</c:v>
                </c:pt>
                <c:pt idx="8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08A-43DE-B1F5-B33F8DC6C803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Sheet1!$F$2:$F$10</c:f>
              <c:numCache>
                <c:formatCode>0.0</c:formatCode>
                <c:ptCount val="9"/>
                <c:pt idx="0">
                  <c:v>1</c:v>
                </c:pt>
                <c:pt idx="1">
                  <c:v>1</c:v>
                </c:pt>
                <c:pt idx="2">
                  <c:v>0.8</c:v>
                </c:pt>
                <c:pt idx="3">
                  <c:v>0.7</c:v>
                </c:pt>
                <c:pt idx="4">
                  <c:v>0.8</c:v>
                </c:pt>
                <c:pt idx="5">
                  <c:v>0.6</c:v>
                </c:pt>
                <c:pt idx="6">
                  <c:v>0.6</c:v>
                </c:pt>
                <c:pt idx="7">
                  <c:v>0.8</c:v>
                </c:pt>
                <c:pt idx="8">
                  <c:v>0.7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08A-43DE-B1F5-B33F8DC6C803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Sheet1!$G$2:$G$10</c:f>
              <c:numCache>
                <c:formatCode>0.0</c:formatCode>
                <c:ptCount val="9"/>
                <c:pt idx="0">
                  <c:v>10.9</c:v>
                </c:pt>
                <c:pt idx="1">
                  <c:v>11</c:v>
                </c:pt>
                <c:pt idx="2">
                  <c:v>9</c:v>
                </c:pt>
                <c:pt idx="3">
                  <c:v>9.8000000000000007</c:v>
                </c:pt>
                <c:pt idx="4">
                  <c:v>8.6</c:v>
                </c:pt>
                <c:pt idx="5">
                  <c:v>8.6</c:v>
                </c:pt>
                <c:pt idx="6">
                  <c:v>8.4</c:v>
                </c:pt>
                <c:pt idx="7">
                  <c:v>8</c:v>
                </c:pt>
                <c:pt idx="8">
                  <c:v>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08A-43DE-B1F5-B33F8DC6C80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Sheet1!$B$2:$B$10</c:f>
              <c:numCache>
                <c:formatCode>0.0</c:formatCode>
                <c:ptCount val="9"/>
                <c:pt idx="0">
                  <c:v>51.1</c:v>
                </c:pt>
                <c:pt idx="1">
                  <c:v>52.9</c:v>
                </c:pt>
                <c:pt idx="2">
                  <c:v>52.7</c:v>
                </c:pt>
                <c:pt idx="3">
                  <c:v>51</c:v>
                </c:pt>
                <c:pt idx="4">
                  <c:v>49.8</c:v>
                </c:pt>
                <c:pt idx="5">
                  <c:v>48.6</c:v>
                </c:pt>
                <c:pt idx="6">
                  <c:v>48.6</c:v>
                </c:pt>
                <c:pt idx="7">
                  <c:v>46.1</c:v>
                </c:pt>
                <c:pt idx="8">
                  <c:v>45.6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D15-46BB-B25F-C38C2FDAAECE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Sheet1!$C$2:$C$10</c:f>
              <c:numCache>
                <c:formatCode>0.0</c:formatCode>
                <c:ptCount val="9"/>
                <c:pt idx="0">
                  <c:v>32.1</c:v>
                </c:pt>
                <c:pt idx="1">
                  <c:v>32.5</c:v>
                </c:pt>
                <c:pt idx="2">
                  <c:v>31.1</c:v>
                </c:pt>
                <c:pt idx="3">
                  <c:v>31.3</c:v>
                </c:pt>
                <c:pt idx="4">
                  <c:v>30.5</c:v>
                </c:pt>
                <c:pt idx="5">
                  <c:v>31.1</c:v>
                </c:pt>
                <c:pt idx="6">
                  <c:v>30</c:v>
                </c:pt>
                <c:pt idx="7">
                  <c:v>30.7</c:v>
                </c:pt>
                <c:pt idx="8">
                  <c:v>29.6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D15-46BB-B25F-C38C2FDAAECE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Sheet1!$D$2:$D$10</c:f>
              <c:numCache>
                <c:formatCode>0.0</c:formatCode>
                <c:ptCount val="9"/>
                <c:pt idx="0">
                  <c:v>7.3</c:v>
                </c:pt>
                <c:pt idx="1">
                  <c:v>6.4</c:v>
                </c:pt>
                <c:pt idx="2">
                  <c:v>7.2</c:v>
                </c:pt>
                <c:pt idx="3">
                  <c:v>7.2</c:v>
                </c:pt>
                <c:pt idx="4">
                  <c:v>8.1</c:v>
                </c:pt>
                <c:pt idx="5">
                  <c:v>7.1</c:v>
                </c:pt>
                <c:pt idx="6">
                  <c:v>7.3</c:v>
                </c:pt>
                <c:pt idx="7">
                  <c:v>6.5</c:v>
                </c:pt>
                <c:pt idx="8">
                  <c:v>7.1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D15-46BB-B25F-C38C2FDAAECE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Sheet1!$E$2:$E$10</c:f>
              <c:numCache>
                <c:formatCode>0.0</c:formatCode>
                <c:ptCount val="9"/>
                <c:pt idx="0">
                  <c:v>1.8</c:v>
                </c:pt>
                <c:pt idx="1">
                  <c:v>1.2</c:v>
                </c:pt>
                <c:pt idx="2">
                  <c:v>1.2</c:v>
                </c:pt>
                <c:pt idx="3">
                  <c:v>0.8</c:v>
                </c:pt>
                <c:pt idx="4">
                  <c:v>0.7</c:v>
                </c:pt>
                <c:pt idx="5">
                  <c:v>0.6</c:v>
                </c:pt>
                <c:pt idx="6">
                  <c:v>0.9</c:v>
                </c:pt>
                <c:pt idx="7">
                  <c:v>2.2000000000000002</c:v>
                </c:pt>
                <c:pt idx="8">
                  <c:v>2.1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D15-46BB-B25F-C38C2FDAAECE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Sheet1!$F$2:$F$10</c:f>
              <c:numCache>
                <c:formatCode>0.0</c:formatCode>
                <c:ptCount val="9"/>
                <c:pt idx="0">
                  <c:v>0.1</c:v>
                </c:pt>
                <c:pt idx="1">
                  <c:v>0.3</c:v>
                </c:pt>
                <c:pt idx="2">
                  <c:v>0.6</c:v>
                </c:pt>
                <c:pt idx="3">
                  <c:v>1.1000000000000001</c:v>
                </c:pt>
                <c:pt idx="4">
                  <c:v>1.9</c:v>
                </c:pt>
                <c:pt idx="5">
                  <c:v>1.5</c:v>
                </c:pt>
                <c:pt idx="6">
                  <c:v>1.2</c:v>
                </c:pt>
                <c:pt idx="7">
                  <c:v>1.1000000000000001</c:v>
                </c:pt>
                <c:pt idx="8">
                  <c:v>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D15-46BB-B25F-C38C2FDAAECE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Sheet1!$G$2:$G$10</c:f>
              <c:numCache>
                <c:formatCode>0.0</c:formatCode>
                <c:ptCount val="9"/>
                <c:pt idx="0">
                  <c:v>7.6</c:v>
                </c:pt>
                <c:pt idx="1">
                  <c:v>6.7</c:v>
                </c:pt>
                <c:pt idx="2">
                  <c:v>7.2</c:v>
                </c:pt>
                <c:pt idx="3">
                  <c:v>8.5</c:v>
                </c:pt>
                <c:pt idx="4">
                  <c:v>9</c:v>
                </c:pt>
                <c:pt idx="5">
                  <c:v>11.1</c:v>
                </c:pt>
                <c:pt idx="6">
                  <c:v>11.9</c:v>
                </c:pt>
                <c:pt idx="7">
                  <c:v>13.4</c:v>
                </c:pt>
                <c:pt idx="8">
                  <c:v>14.6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D15-46BB-B25F-C38C2FDAAEC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Sheet1!$B$2:$B$10</c:f>
              <c:numCache>
                <c:formatCode>0.0</c:formatCode>
                <c:ptCount val="9"/>
                <c:pt idx="0">
                  <c:v>41</c:v>
                </c:pt>
                <c:pt idx="1">
                  <c:v>40.4</c:v>
                </c:pt>
                <c:pt idx="2">
                  <c:v>37.1</c:v>
                </c:pt>
                <c:pt idx="3">
                  <c:v>38.200000000000003</c:v>
                </c:pt>
                <c:pt idx="4">
                  <c:v>39.4</c:v>
                </c:pt>
                <c:pt idx="5">
                  <c:v>38.5</c:v>
                </c:pt>
                <c:pt idx="6">
                  <c:v>39</c:v>
                </c:pt>
                <c:pt idx="7">
                  <c:v>37.4</c:v>
                </c:pt>
                <c:pt idx="8">
                  <c:v>39.200000000000003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253-417C-A692-A07CAECA7841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Sheet1!$C$2:$C$10</c:f>
              <c:numCache>
                <c:formatCode>0.0</c:formatCode>
                <c:ptCount val="9"/>
                <c:pt idx="0">
                  <c:v>48.1</c:v>
                </c:pt>
                <c:pt idx="1">
                  <c:v>47.7</c:v>
                </c:pt>
                <c:pt idx="2">
                  <c:v>47.5</c:v>
                </c:pt>
                <c:pt idx="3">
                  <c:v>47.7</c:v>
                </c:pt>
                <c:pt idx="4">
                  <c:v>47.4</c:v>
                </c:pt>
                <c:pt idx="5">
                  <c:v>46.9</c:v>
                </c:pt>
                <c:pt idx="6">
                  <c:v>46.6</c:v>
                </c:pt>
                <c:pt idx="7">
                  <c:v>45</c:v>
                </c:pt>
                <c:pt idx="8">
                  <c:v>44.5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253-417C-A692-A07CAECA7841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Sheet1!$D$2:$D$10</c:f>
              <c:numCache>
                <c:formatCode>0.0</c:formatCode>
                <c:ptCount val="9"/>
                <c:pt idx="0">
                  <c:v>2.7</c:v>
                </c:pt>
                <c:pt idx="1">
                  <c:v>2.7</c:v>
                </c:pt>
                <c:pt idx="2">
                  <c:v>4.8</c:v>
                </c:pt>
                <c:pt idx="3">
                  <c:v>3.5</c:v>
                </c:pt>
                <c:pt idx="4">
                  <c:v>3.5</c:v>
                </c:pt>
                <c:pt idx="5">
                  <c:v>1.9</c:v>
                </c:pt>
                <c:pt idx="6">
                  <c:v>3.7</c:v>
                </c:pt>
                <c:pt idx="7">
                  <c:v>3</c:v>
                </c:pt>
                <c:pt idx="8">
                  <c:v>2.2999999999999998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253-417C-A692-A07CAECA7841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Sheet1!$E$2:$E$10</c:f>
              <c:numCache>
                <c:formatCode>0.0</c:formatCode>
                <c:ptCount val="9"/>
                <c:pt idx="0">
                  <c:v>0.1</c:v>
                </c:pt>
                <c:pt idx="1">
                  <c:v>0.1</c:v>
                </c:pt>
                <c:pt idx="2">
                  <c:v>2.5</c:v>
                </c:pt>
                <c:pt idx="3">
                  <c:v>3</c:v>
                </c:pt>
                <c:pt idx="4">
                  <c:v>2.8</c:v>
                </c:pt>
                <c:pt idx="5">
                  <c:v>2</c:v>
                </c:pt>
                <c:pt idx="6">
                  <c:v>2.7</c:v>
                </c:pt>
                <c:pt idx="7">
                  <c:v>1.1000000000000001</c:v>
                </c:pt>
                <c:pt idx="8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253-417C-A692-A07CAECA7841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Sheet1!$F$2:$F$10</c:f>
              <c:numCache>
                <c:formatCode>0.0</c:formatCode>
                <c:ptCount val="9"/>
                <c:pt idx="0">
                  <c:v>2.2999999999999998</c:v>
                </c:pt>
                <c:pt idx="1">
                  <c:v>2.4</c:v>
                </c:pt>
                <c:pt idx="2">
                  <c:v>1.9</c:v>
                </c:pt>
                <c:pt idx="3">
                  <c:v>1.1000000000000001</c:v>
                </c:pt>
                <c:pt idx="4">
                  <c:v>0.9</c:v>
                </c:pt>
                <c:pt idx="5">
                  <c:v>1.6</c:v>
                </c:pt>
                <c:pt idx="6">
                  <c:v>1</c:v>
                </c:pt>
                <c:pt idx="7">
                  <c:v>0.7</c:v>
                </c:pt>
                <c:pt idx="8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253-417C-A692-A07CAECA7841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Sheet1!$G$2:$G$10</c:f>
              <c:numCache>
                <c:formatCode>0.0</c:formatCode>
                <c:ptCount val="9"/>
                <c:pt idx="0">
                  <c:v>5.8</c:v>
                </c:pt>
                <c:pt idx="1">
                  <c:v>6.7</c:v>
                </c:pt>
                <c:pt idx="2">
                  <c:v>6.3</c:v>
                </c:pt>
                <c:pt idx="3">
                  <c:v>6.6</c:v>
                </c:pt>
                <c:pt idx="4">
                  <c:v>6</c:v>
                </c:pt>
                <c:pt idx="5">
                  <c:v>9.1999999999999993</c:v>
                </c:pt>
                <c:pt idx="6">
                  <c:v>7.1</c:v>
                </c:pt>
                <c:pt idx="7">
                  <c:v>12.8</c:v>
                </c:pt>
                <c:pt idx="8">
                  <c:v>12.3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253-417C-A692-A07CAECA784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Sheet1!$A$2:$A$8</c:f>
              <c:numCache>
                <c:formatCode>m/d/yyyy</c:formatCode>
                <c:ptCount val="7"/>
                <c:pt idx="0">
                  <c:v>45958</c:v>
                </c:pt>
                <c:pt idx="1">
                  <c:v>45959</c:v>
                </c:pt>
                <c:pt idx="2">
                  <c:v>45960</c:v>
                </c:pt>
                <c:pt idx="3">
                  <c:v>45961</c:v>
                </c:pt>
                <c:pt idx="4">
                  <c:v>45962</c:v>
                </c:pt>
                <c:pt idx="5">
                  <c:v>45964</c:v>
                </c:pt>
                <c:pt idx="6">
                  <c:v>45965</c:v>
                </c:pt>
              </c:numCache>
            </c:numRef>
          </c:cat>
          <c:val>
            <c:numRef>
              <c:f>Sheet1!$B$2:$B$8</c:f>
              <c:numCache>
                <c:formatCode>0.0</c:formatCode>
                <c:ptCount val="7"/>
                <c:pt idx="0">
                  <c:v>48.8</c:v>
                </c:pt>
                <c:pt idx="1">
                  <c:v>43.6</c:v>
                </c:pt>
                <c:pt idx="2">
                  <c:v>46.3</c:v>
                </c:pt>
                <c:pt idx="3">
                  <c:v>48</c:v>
                </c:pt>
                <c:pt idx="4">
                  <c:v>49</c:v>
                </c:pt>
                <c:pt idx="5">
                  <c:v>49</c:v>
                </c:pt>
                <c:pt idx="6">
                  <c:v>53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253-417C-A692-A07CAECA7841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Sheet1!$A$2:$A$8</c:f>
              <c:numCache>
                <c:formatCode>m/d/yyyy</c:formatCode>
                <c:ptCount val="7"/>
                <c:pt idx="0">
                  <c:v>45958</c:v>
                </c:pt>
                <c:pt idx="1">
                  <c:v>45959</c:v>
                </c:pt>
                <c:pt idx="2">
                  <c:v>45960</c:v>
                </c:pt>
                <c:pt idx="3">
                  <c:v>45961</c:v>
                </c:pt>
                <c:pt idx="4">
                  <c:v>45962</c:v>
                </c:pt>
                <c:pt idx="5">
                  <c:v>45964</c:v>
                </c:pt>
                <c:pt idx="6">
                  <c:v>45965</c:v>
                </c:pt>
              </c:numCache>
            </c:numRef>
          </c:cat>
          <c:val>
            <c:numRef>
              <c:f>Sheet1!$C$2:$C$8</c:f>
              <c:numCache>
                <c:formatCode>0.0</c:formatCode>
                <c:ptCount val="7"/>
                <c:pt idx="0">
                  <c:v>33.700000000000003</c:v>
                </c:pt>
                <c:pt idx="1">
                  <c:v>36.299999999999997</c:v>
                </c:pt>
                <c:pt idx="2">
                  <c:v>34.5</c:v>
                </c:pt>
                <c:pt idx="3">
                  <c:v>34</c:v>
                </c:pt>
                <c:pt idx="4">
                  <c:v>34</c:v>
                </c:pt>
                <c:pt idx="5">
                  <c:v>36</c:v>
                </c:pt>
                <c:pt idx="6">
                  <c:v>33.299999999999997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253-417C-A692-A07CAECA7841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Sheet1!$A$2:$A$8</c:f>
              <c:numCache>
                <c:formatCode>m/d/yyyy</c:formatCode>
                <c:ptCount val="7"/>
                <c:pt idx="0">
                  <c:v>45958</c:v>
                </c:pt>
                <c:pt idx="1">
                  <c:v>45959</c:v>
                </c:pt>
                <c:pt idx="2">
                  <c:v>45960</c:v>
                </c:pt>
                <c:pt idx="3">
                  <c:v>45961</c:v>
                </c:pt>
                <c:pt idx="4">
                  <c:v>45962</c:v>
                </c:pt>
                <c:pt idx="5">
                  <c:v>45964</c:v>
                </c:pt>
                <c:pt idx="6">
                  <c:v>45965</c:v>
                </c:pt>
              </c:numCache>
            </c:numRef>
          </c:cat>
          <c:val>
            <c:numRef>
              <c:f>Sheet1!$D$2:$D$8</c:f>
              <c:numCache>
                <c:formatCode>0.0</c:formatCode>
                <c:ptCount val="7"/>
                <c:pt idx="0">
                  <c:v>2.2999999999999998</c:v>
                </c:pt>
                <c:pt idx="1">
                  <c:v>4.4000000000000004</c:v>
                </c:pt>
                <c:pt idx="2">
                  <c:v>3.2</c:v>
                </c:pt>
                <c:pt idx="3">
                  <c:v>3.2</c:v>
                </c:pt>
                <c:pt idx="4">
                  <c:v>2.8</c:v>
                </c:pt>
                <c:pt idx="5">
                  <c:v>3.4</c:v>
                </c:pt>
                <c:pt idx="6">
                  <c:v>3.5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253-417C-A692-A07CAECA7841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Sheet1!$A$2:$A$8</c:f>
              <c:numCache>
                <c:formatCode>m/d/yyyy</c:formatCode>
                <c:ptCount val="7"/>
                <c:pt idx="0">
                  <c:v>45958</c:v>
                </c:pt>
                <c:pt idx="1">
                  <c:v>45959</c:v>
                </c:pt>
                <c:pt idx="2">
                  <c:v>45960</c:v>
                </c:pt>
                <c:pt idx="3">
                  <c:v>45961</c:v>
                </c:pt>
                <c:pt idx="4">
                  <c:v>45962</c:v>
                </c:pt>
                <c:pt idx="5">
                  <c:v>45964</c:v>
                </c:pt>
                <c:pt idx="6">
                  <c:v>45965</c:v>
                </c:pt>
              </c:numCache>
            </c:numRef>
          </c:cat>
          <c:val>
            <c:numRef>
              <c:f>Sheet1!$E$2:$E$8</c:f>
              <c:numCache>
                <c:formatCode>0.0</c:formatCode>
                <c:ptCount val="7"/>
                <c:pt idx="0">
                  <c:v>0</c:v>
                </c:pt>
                <c:pt idx="1">
                  <c:v>0.2</c:v>
                </c:pt>
                <c:pt idx="2">
                  <c:v>0.2</c:v>
                </c:pt>
                <c:pt idx="3">
                  <c:v>0.2</c:v>
                </c:pt>
                <c:pt idx="4">
                  <c:v>0.2</c:v>
                </c:pt>
                <c:pt idx="5">
                  <c:v>0.2</c:v>
                </c:pt>
                <c:pt idx="6">
                  <c:v>0.2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253-417C-A692-A07CAECA7841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Sheet1!$A$2:$A$8</c:f>
              <c:numCache>
                <c:formatCode>m/d/yyyy</c:formatCode>
                <c:ptCount val="7"/>
                <c:pt idx="0">
                  <c:v>45958</c:v>
                </c:pt>
                <c:pt idx="1">
                  <c:v>45959</c:v>
                </c:pt>
                <c:pt idx="2">
                  <c:v>45960</c:v>
                </c:pt>
                <c:pt idx="3">
                  <c:v>45961</c:v>
                </c:pt>
                <c:pt idx="4">
                  <c:v>45962</c:v>
                </c:pt>
                <c:pt idx="5">
                  <c:v>45964</c:v>
                </c:pt>
                <c:pt idx="6">
                  <c:v>45965</c:v>
                </c:pt>
              </c:numCache>
            </c:numRef>
          </c:cat>
          <c:val>
            <c:numRef>
              <c:f>Sheet1!$F$2:$F$8</c:f>
              <c:numCache>
                <c:formatCode>0.0</c:formatCode>
                <c:ptCount val="7"/>
                <c:pt idx="0">
                  <c:v>0</c:v>
                </c:pt>
                <c:pt idx="1">
                  <c:v>4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253-417C-A692-A07CAECA7841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Sheet1!$A$2:$A$8</c:f>
              <c:numCache>
                <c:formatCode>m/d/yyyy</c:formatCode>
                <c:ptCount val="7"/>
                <c:pt idx="0">
                  <c:v>45958</c:v>
                </c:pt>
                <c:pt idx="1">
                  <c:v>45959</c:v>
                </c:pt>
                <c:pt idx="2">
                  <c:v>45960</c:v>
                </c:pt>
                <c:pt idx="3">
                  <c:v>45961</c:v>
                </c:pt>
                <c:pt idx="4">
                  <c:v>45962</c:v>
                </c:pt>
                <c:pt idx="5">
                  <c:v>45964</c:v>
                </c:pt>
                <c:pt idx="6">
                  <c:v>45965</c:v>
                </c:pt>
              </c:numCache>
            </c:numRef>
          </c:cat>
          <c:val>
            <c:numRef>
              <c:f>Sheet1!$G$2:$G$8</c:f>
              <c:numCache>
                <c:formatCode>0.0</c:formatCode>
                <c:ptCount val="7"/>
                <c:pt idx="0">
                  <c:v>15.3</c:v>
                </c:pt>
                <c:pt idx="1">
                  <c:v>11.5</c:v>
                </c:pt>
                <c:pt idx="2">
                  <c:v>15.8</c:v>
                </c:pt>
                <c:pt idx="3">
                  <c:v>14.6</c:v>
                </c:pt>
                <c:pt idx="4">
                  <c:v>14.1</c:v>
                </c:pt>
                <c:pt idx="5">
                  <c:v>11.3</c:v>
                </c:pt>
                <c:pt idx="6">
                  <c:v>10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253-417C-A692-A07CAECA784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Sheet1!$B$2:$B$10</c:f>
              <c:numCache>
                <c:formatCode>0.0</c:formatCode>
                <c:ptCount val="9"/>
                <c:pt idx="0">
                  <c:v>55.8</c:v>
                </c:pt>
                <c:pt idx="1">
                  <c:v>54.4</c:v>
                </c:pt>
                <c:pt idx="2">
                  <c:v>54.8</c:v>
                </c:pt>
                <c:pt idx="3">
                  <c:v>53.6</c:v>
                </c:pt>
                <c:pt idx="4">
                  <c:v>55</c:v>
                </c:pt>
                <c:pt idx="5">
                  <c:v>52.7</c:v>
                </c:pt>
                <c:pt idx="6">
                  <c:v>52.8</c:v>
                </c:pt>
                <c:pt idx="7">
                  <c:v>53.2</c:v>
                </c:pt>
                <c:pt idx="8">
                  <c:v>54.2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739C-4739-93ED-7AC2C4771422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Sheet1!$C$2:$C$10</c:f>
              <c:numCache>
                <c:formatCode>0.0</c:formatCode>
                <c:ptCount val="9"/>
                <c:pt idx="0">
                  <c:v>31.6</c:v>
                </c:pt>
                <c:pt idx="1">
                  <c:v>31.1</c:v>
                </c:pt>
                <c:pt idx="2">
                  <c:v>31.8</c:v>
                </c:pt>
                <c:pt idx="3">
                  <c:v>31.7</c:v>
                </c:pt>
                <c:pt idx="4">
                  <c:v>30.3</c:v>
                </c:pt>
                <c:pt idx="5">
                  <c:v>30</c:v>
                </c:pt>
                <c:pt idx="6">
                  <c:v>29.5</c:v>
                </c:pt>
                <c:pt idx="7">
                  <c:v>29.7</c:v>
                </c:pt>
                <c:pt idx="8">
                  <c:v>28.6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739C-4739-93ED-7AC2C4771422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Sheet1!$D$2:$D$10</c:f>
              <c:numCache>
                <c:formatCode>0.0</c:formatCode>
                <c:ptCount val="9"/>
                <c:pt idx="0">
                  <c:v>2.6</c:v>
                </c:pt>
                <c:pt idx="1">
                  <c:v>3.1</c:v>
                </c:pt>
                <c:pt idx="2">
                  <c:v>4.2</c:v>
                </c:pt>
                <c:pt idx="3">
                  <c:v>3.9</c:v>
                </c:pt>
                <c:pt idx="4">
                  <c:v>4.4000000000000004</c:v>
                </c:pt>
                <c:pt idx="5">
                  <c:v>4.5999999999999996</c:v>
                </c:pt>
                <c:pt idx="6">
                  <c:v>5.2</c:v>
                </c:pt>
                <c:pt idx="7">
                  <c:v>4.5</c:v>
                </c:pt>
                <c:pt idx="8">
                  <c:v>4.4000000000000004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739C-4739-93ED-7AC2C4771422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Sheet1!$E$2:$E$10</c:f>
              <c:numCache>
                <c:formatCode>0.0</c:formatCode>
                <c:ptCount val="9"/>
                <c:pt idx="0">
                  <c:v>2.2000000000000002</c:v>
                </c:pt>
                <c:pt idx="1">
                  <c:v>2.5</c:v>
                </c:pt>
                <c:pt idx="2">
                  <c:v>1.7</c:v>
                </c:pt>
                <c:pt idx="3">
                  <c:v>1.7</c:v>
                </c:pt>
                <c:pt idx="4">
                  <c:v>1.6</c:v>
                </c:pt>
                <c:pt idx="5">
                  <c:v>2.8</c:v>
                </c:pt>
                <c:pt idx="6">
                  <c:v>2.8</c:v>
                </c:pt>
                <c:pt idx="7">
                  <c:v>2.5</c:v>
                </c:pt>
                <c:pt idx="8">
                  <c:v>2.8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739C-4739-93ED-7AC2C4771422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Sheet1!$F$2:$F$10</c:f>
              <c:numCache>
                <c:formatCode>0.0</c:formatCode>
                <c:ptCount val="9"/>
                <c:pt idx="0">
                  <c:v>1.6</c:v>
                </c:pt>
                <c:pt idx="1">
                  <c:v>1</c:v>
                </c:pt>
                <c:pt idx="2">
                  <c:v>0.6</c:v>
                </c:pt>
                <c:pt idx="3">
                  <c:v>1</c:v>
                </c:pt>
                <c:pt idx="4">
                  <c:v>1.1000000000000001</c:v>
                </c:pt>
                <c:pt idx="5">
                  <c:v>1.1000000000000001</c:v>
                </c:pt>
                <c:pt idx="6">
                  <c:v>1</c:v>
                </c:pt>
                <c:pt idx="7">
                  <c:v>1</c:v>
                </c:pt>
                <c:pt idx="8">
                  <c:v>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739C-4739-93ED-7AC2C4771422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Sheet1!$G$2:$G$10</c:f>
              <c:numCache>
                <c:formatCode>0.0</c:formatCode>
                <c:ptCount val="9"/>
                <c:pt idx="0">
                  <c:v>6.3</c:v>
                </c:pt>
                <c:pt idx="1">
                  <c:v>7.8</c:v>
                </c:pt>
                <c:pt idx="2">
                  <c:v>6.9</c:v>
                </c:pt>
                <c:pt idx="3">
                  <c:v>7.9</c:v>
                </c:pt>
                <c:pt idx="4">
                  <c:v>7.6</c:v>
                </c:pt>
                <c:pt idx="5">
                  <c:v>8.9</c:v>
                </c:pt>
                <c:pt idx="6">
                  <c:v>8.6</c:v>
                </c:pt>
                <c:pt idx="7">
                  <c:v>9.1</c:v>
                </c:pt>
                <c:pt idx="8">
                  <c:v>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739C-4739-93ED-7AC2C47714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Sheet1!$B$2:$B$10</c:f>
              <c:numCache>
                <c:formatCode>0.0</c:formatCode>
                <c:ptCount val="9"/>
                <c:pt idx="0">
                  <c:v>50.3</c:v>
                </c:pt>
                <c:pt idx="1">
                  <c:v>47.8</c:v>
                </c:pt>
                <c:pt idx="2">
                  <c:v>46.6</c:v>
                </c:pt>
                <c:pt idx="3">
                  <c:v>48.3</c:v>
                </c:pt>
                <c:pt idx="4">
                  <c:v>47.4</c:v>
                </c:pt>
                <c:pt idx="5">
                  <c:v>46.4</c:v>
                </c:pt>
                <c:pt idx="6">
                  <c:v>45.8</c:v>
                </c:pt>
                <c:pt idx="7">
                  <c:v>44.9</c:v>
                </c:pt>
                <c:pt idx="8">
                  <c:v>45.5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CFAA-46F5-A15B-F26FCCB46595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Sheet1!$C$2:$C$10</c:f>
              <c:numCache>
                <c:formatCode>0.0</c:formatCode>
                <c:ptCount val="9"/>
                <c:pt idx="0">
                  <c:v>26.4</c:v>
                </c:pt>
                <c:pt idx="1">
                  <c:v>25.7</c:v>
                </c:pt>
                <c:pt idx="2">
                  <c:v>26.6</c:v>
                </c:pt>
                <c:pt idx="3">
                  <c:v>26.4</c:v>
                </c:pt>
                <c:pt idx="4">
                  <c:v>27.9</c:v>
                </c:pt>
                <c:pt idx="5">
                  <c:v>27.4</c:v>
                </c:pt>
                <c:pt idx="6">
                  <c:v>27.4</c:v>
                </c:pt>
                <c:pt idx="7">
                  <c:v>28.1</c:v>
                </c:pt>
                <c:pt idx="8">
                  <c:v>26.7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CFAA-46F5-A15B-F26FCCB46595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Sheet1!$D$2:$D$10</c:f>
              <c:numCache>
                <c:formatCode>0.0</c:formatCode>
                <c:ptCount val="9"/>
                <c:pt idx="0">
                  <c:v>4.5999999999999996</c:v>
                </c:pt>
                <c:pt idx="1">
                  <c:v>4.8</c:v>
                </c:pt>
                <c:pt idx="2">
                  <c:v>5</c:v>
                </c:pt>
                <c:pt idx="3">
                  <c:v>5</c:v>
                </c:pt>
                <c:pt idx="4">
                  <c:v>4.9000000000000004</c:v>
                </c:pt>
                <c:pt idx="5">
                  <c:v>4.9000000000000004</c:v>
                </c:pt>
                <c:pt idx="6">
                  <c:v>4.8</c:v>
                </c:pt>
                <c:pt idx="7">
                  <c:v>5.0999999999999996</c:v>
                </c:pt>
                <c:pt idx="8">
                  <c:v>5.8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CFAA-46F5-A15B-F26FCCB46595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Sheet1!$E$2:$E$10</c:f>
              <c:numCache>
                <c:formatCode>0.0</c:formatCode>
                <c:ptCount val="9"/>
                <c:pt idx="0">
                  <c:v>13</c:v>
                </c:pt>
                <c:pt idx="1">
                  <c:v>15.3</c:v>
                </c:pt>
                <c:pt idx="2">
                  <c:v>16</c:v>
                </c:pt>
                <c:pt idx="3">
                  <c:v>14.9</c:v>
                </c:pt>
                <c:pt idx="4">
                  <c:v>14.7</c:v>
                </c:pt>
                <c:pt idx="5">
                  <c:v>14.9</c:v>
                </c:pt>
                <c:pt idx="6">
                  <c:v>15.6</c:v>
                </c:pt>
                <c:pt idx="7">
                  <c:v>15.7</c:v>
                </c:pt>
                <c:pt idx="8">
                  <c:v>15.6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CFAA-46F5-A15B-F26FCCB46595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Sheet1!$F$2:$F$10</c:f>
              <c:numCache>
                <c:formatCode>0.0</c:formatCode>
                <c:ptCount val="9"/>
                <c:pt idx="0">
                  <c:v>0.2</c:v>
                </c:pt>
                <c:pt idx="1">
                  <c:v>0.5</c:v>
                </c:pt>
                <c:pt idx="2">
                  <c:v>0.4</c:v>
                </c:pt>
                <c:pt idx="3">
                  <c:v>0.5</c:v>
                </c:pt>
                <c:pt idx="4">
                  <c:v>0.4</c:v>
                </c:pt>
                <c:pt idx="5">
                  <c:v>0.4</c:v>
                </c:pt>
                <c:pt idx="6">
                  <c:v>0.4</c:v>
                </c:pt>
                <c:pt idx="7">
                  <c:v>0.5</c:v>
                </c:pt>
                <c:pt idx="8">
                  <c:v>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CFAA-46F5-A15B-F26FCCB46595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Sheet1!$G$2:$G$10</c:f>
              <c:numCache>
                <c:formatCode>0.0</c:formatCode>
                <c:ptCount val="9"/>
                <c:pt idx="0">
                  <c:v>5.5</c:v>
                </c:pt>
                <c:pt idx="1">
                  <c:v>5.8</c:v>
                </c:pt>
                <c:pt idx="2">
                  <c:v>5.4</c:v>
                </c:pt>
                <c:pt idx="3">
                  <c:v>4.9000000000000004</c:v>
                </c:pt>
                <c:pt idx="4">
                  <c:v>4.7</c:v>
                </c:pt>
                <c:pt idx="5">
                  <c:v>6</c:v>
                </c:pt>
                <c:pt idx="6">
                  <c:v>5.9</c:v>
                </c:pt>
                <c:pt idx="7">
                  <c:v>5.6</c:v>
                </c:pt>
                <c:pt idx="8">
                  <c:v>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CFAA-46F5-A15B-F26FCCB4659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Sheet1!$B$2:$B$10</c:f>
              <c:numCache>
                <c:formatCode>0.0</c:formatCode>
                <c:ptCount val="9"/>
                <c:pt idx="0">
                  <c:v>55.9</c:v>
                </c:pt>
                <c:pt idx="1">
                  <c:v>54.3</c:v>
                </c:pt>
                <c:pt idx="2">
                  <c:v>53.4</c:v>
                </c:pt>
                <c:pt idx="3">
                  <c:v>53.5</c:v>
                </c:pt>
                <c:pt idx="4">
                  <c:v>53</c:v>
                </c:pt>
                <c:pt idx="5">
                  <c:v>53.5</c:v>
                </c:pt>
                <c:pt idx="6">
                  <c:v>53.7</c:v>
                </c:pt>
                <c:pt idx="7">
                  <c:v>53</c:v>
                </c:pt>
                <c:pt idx="8">
                  <c:v>53.4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FA6-450C-A669-82A43BDAF8C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Sheet1!$C$2:$C$10</c:f>
              <c:numCache>
                <c:formatCode>0.0</c:formatCode>
                <c:ptCount val="9"/>
                <c:pt idx="0">
                  <c:v>18.399999999999999</c:v>
                </c:pt>
                <c:pt idx="1">
                  <c:v>18.399999999999999</c:v>
                </c:pt>
                <c:pt idx="2">
                  <c:v>18</c:v>
                </c:pt>
                <c:pt idx="3">
                  <c:v>18.100000000000001</c:v>
                </c:pt>
                <c:pt idx="4">
                  <c:v>19.399999999999999</c:v>
                </c:pt>
                <c:pt idx="5">
                  <c:v>19.8</c:v>
                </c:pt>
                <c:pt idx="6">
                  <c:v>19.899999999999999</c:v>
                </c:pt>
                <c:pt idx="7">
                  <c:v>19.7</c:v>
                </c:pt>
                <c:pt idx="8">
                  <c:v>20.2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FA6-450C-A669-82A43BDAF8C8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Sheet1!$D$2:$D$10</c:f>
              <c:numCache>
                <c:formatCode>0.0</c:formatCode>
                <c:ptCount val="9"/>
                <c:pt idx="0">
                  <c:v>2.6</c:v>
                </c:pt>
                <c:pt idx="1">
                  <c:v>2.9</c:v>
                </c:pt>
                <c:pt idx="2">
                  <c:v>3.5</c:v>
                </c:pt>
                <c:pt idx="3">
                  <c:v>4.0999999999999996</c:v>
                </c:pt>
                <c:pt idx="4">
                  <c:v>3.8</c:v>
                </c:pt>
                <c:pt idx="5">
                  <c:v>3.8</c:v>
                </c:pt>
                <c:pt idx="6">
                  <c:v>3.8</c:v>
                </c:pt>
                <c:pt idx="7">
                  <c:v>3.7</c:v>
                </c:pt>
                <c:pt idx="8">
                  <c:v>3.5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FA6-450C-A669-82A43BDAF8C8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Sheet1!$E$2:$E$10</c:f>
              <c:numCache>
                <c:formatCode>0.0</c:formatCode>
                <c:ptCount val="9"/>
                <c:pt idx="0">
                  <c:v>11.1</c:v>
                </c:pt>
                <c:pt idx="1">
                  <c:v>10.9</c:v>
                </c:pt>
                <c:pt idx="2">
                  <c:v>12</c:v>
                </c:pt>
                <c:pt idx="3">
                  <c:v>11.9</c:v>
                </c:pt>
                <c:pt idx="4">
                  <c:v>11.6</c:v>
                </c:pt>
                <c:pt idx="5">
                  <c:v>10.7</c:v>
                </c:pt>
                <c:pt idx="6">
                  <c:v>10.5</c:v>
                </c:pt>
                <c:pt idx="7">
                  <c:v>11.2</c:v>
                </c:pt>
                <c:pt idx="8">
                  <c:v>11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FA6-450C-A669-82A43BDAF8C8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Sheet1!$F$2:$F$10</c:f>
              <c:numCache>
                <c:formatCode>0.0</c:formatCode>
                <c:ptCount val="9"/>
                <c:pt idx="0">
                  <c:v>0.4</c:v>
                </c:pt>
                <c:pt idx="1">
                  <c:v>0.3</c:v>
                </c:pt>
                <c:pt idx="2">
                  <c:v>0.3</c:v>
                </c:pt>
                <c:pt idx="3">
                  <c:v>0.3</c:v>
                </c:pt>
                <c:pt idx="4">
                  <c:v>0.3</c:v>
                </c:pt>
                <c:pt idx="5">
                  <c:v>0.4</c:v>
                </c:pt>
                <c:pt idx="6">
                  <c:v>0.4</c:v>
                </c:pt>
                <c:pt idx="7">
                  <c:v>0.7</c:v>
                </c:pt>
                <c:pt idx="8">
                  <c:v>0.7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FA6-450C-A669-82A43BDAF8C8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Sheet1!$G$2:$G$10</c:f>
              <c:numCache>
                <c:formatCode>0.0</c:formatCode>
                <c:ptCount val="9"/>
                <c:pt idx="0">
                  <c:v>11.5</c:v>
                </c:pt>
                <c:pt idx="1">
                  <c:v>13.1</c:v>
                </c:pt>
                <c:pt idx="2">
                  <c:v>12.8</c:v>
                </c:pt>
                <c:pt idx="3">
                  <c:v>12.1</c:v>
                </c:pt>
                <c:pt idx="4">
                  <c:v>11.8</c:v>
                </c:pt>
                <c:pt idx="5">
                  <c:v>11.7</c:v>
                </c:pt>
                <c:pt idx="6">
                  <c:v>11.7</c:v>
                </c:pt>
                <c:pt idx="7">
                  <c:v>11.6</c:v>
                </c:pt>
                <c:pt idx="8">
                  <c:v>11.1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FA6-450C-A669-82A43BDAF8C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Sheet1!$B$2:$B$10</c:f>
              <c:numCache>
                <c:formatCode>0.0</c:formatCode>
                <c:ptCount val="9"/>
                <c:pt idx="0">
                  <c:v>38.1</c:v>
                </c:pt>
                <c:pt idx="1">
                  <c:v>37.700000000000003</c:v>
                </c:pt>
                <c:pt idx="2">
                  <c:v>37</c:v>
                </c:pt>
                <c:pt idx="3">
                  <c:v>37</c:v>
                </c:pt>
                <c:pt idx="4">
                  <c:v>37.299999999999997</c:v>
                </c:pt>
                <c:pt idx="5">
                  <c:v>35.700000000000003</c:v>
                </c:pt>
                <c:pt idx="6">
                  <c:v>35.299999999999997</c:v>
                </c:pt>
                <c:pt idx="7">
                  <c:v>35.799999999999997</c:v>
                </c:pt>
                <c:pt idx="8">
                  <c:v>36.299999999999997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2EC4-46D7-ACB5-506DDB431810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Sheet1!$C$2:$C$10</c:f>
              <c:numCache>
                <c:formatCode>0.0</c:formatCode>
                <c:ptCount val="9"/>
                <c:pt idx="0">
                  <c:v>42.1</c:v>
                </c:pt>
                <c:pt idx="1">
                  <c:v>42.2</c:v>
                </c:pt>
                <c:pt idx="2">
                  <c:v>41.8</c:v>
                </c:pt>
                <c:pt idx="3">
                  <c:v>41.8</c:v>
                </c:pt>
                <c:pt idx="4">
                  <c:v>42.8</c:v>
                </c:pt>
                <c:pt idx="5">
                  <c:v>41.6</c:v>
                </c:pt>
                <c:pt idx="6">
                  <c:v>41.5</c:v>
                </c:pt>
                <c:pt idx="7">
                  <c:v>40.700000000000003</c:v>
                </c:pt>
                <c:pt idx="8">
                  <c:v>40.6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EC4-46D7-ACB5-506DDB431810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Sheet1!$D$2:$D$10</c:f>
              <c:numCache>
                <c:formatCode>0.0</c:formatCode>
                <c:ptCount val="9"/>
                <c:pt idx="0">
                  <c:v>3.7</c:v>
                </c:pt>
                <c:pt idx="1">
                  <c:v>3.5</c:v>
                </c:pt>
                <c:pt idx="2">
                  <c:v>4.2</c:v>
                </c:pt>
                <c:pt idx="3">
                  <c:v>4.4000000000000004</c:v>
                </c:pt>
                <c:pt idx="4">
                  <c:v>4</c:v>
                </c:pt>
                <c:pt idx="5">
                  <c:v>4.4000000000000004</c:v>
                </c:pt>
                <c:pt idx="6">
                  <c:v>4.2</c:v>
                </c:pt>
                <c:pt idx="7">
                  <c:v>4.2</c:v>
                </c:pt>
                <c:pt idx="8">
                  <c:v>4.5999999999999996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EC4-46D7-ACB5-506DDB431810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Sheet1!$E$2:$E$10</c:f>
              <c:numCache>
                <c:formatCode>0.0</c:formatCode>
                <c:ptCount val="9"/>
                <c:pt idx="0">
                  <c:v>2.9</c:v>
                </c:pt>
                <c:pt idx="1">
                  <c:v>2.4</c:v>
                </c:pt>
                <c:pt idx="2">
                  <c:v>1.9</c:v>
                </c:pt>
                <c:pt idx="3">
                  <c:v>1.5</c:v>
                </c:pt>
                <c:pt idx="4">
                  <c:v>1</c:v>
                </c:pt>
                <c:pt idx="5">
                  <c:v>1.8</c:v>
                </c:pt>
                <c:pt idx="6">
                  <c:v>2.2999999999999998</c:v>
                </c:pt>
                <c:pt idx="7">
                  <c:v>2.5</c:v>
                </c:pt>
                <c:pt idx="8">
                  <c:v>2.6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2EC4-46D7-ACB5-506DDB431810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Sheet1!$F$2:$F$10</c:f>
              <c:numCache>
                <c:formatCode>0.0</c:formatCode>
                <c:ptCount val="9"/>
                <c:pt idx="0">
                  <c:v>1.8</c:v>
                </c:pt>
                <c:pt idx="1">
                  <c:v>1.5</c:v>
                </c:pt>
                <c:pt idx="2">
                  <c:v>1.3</c:v>
                </c:pt>
                <c:pt idx="3">
                  <c:v>1.3</c:v>
                </c:pt>
                <c:pt idx="4">
                  <c:v>1.5</c:v>
                </c:pt>
                <c:pt idx="5">
                  <c:v>1.5</c:v>
                </c:pt>
                <c:pt idx="6">
                  <c:v>1.3</c:v>
                </c:pt>
                <c:pt idx="7">
                  <c:v>1.2</c:v>
                </c:pt>
                <c:pt idx="8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2EC4-46D7-ACB5-506DDB431810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Sheet1!$G$2:$G$10</c:f>
              <c:numCache>
                <c:formatCode>0.0</c:formatCode>
                <c:ptCount val="9"/>
                <c:pt idx="0">
                  <c:v>11.3</c:v>
                </c:pt>
                <c:pt idx="1">
                  <c:v>12.7</c:v>
                </c:pt>
                <c:pt idx="2">
                  <c:v>13.9</c:v>
                </c:pt>
                <c:pt idx="3">
                  <c:v>14</c:v>
                </c:pt>
                <c:pt idx="4">
                  <c:v>13.4</c:v>
                </c:pt>
                <c:pt idx="5">
                  <c:v>14.9</c:v>
                </c:pt>
                <c:pt idx="6">
                  <c:v>15.3</c:v>
                </c:pt>
                <c:pt idx="7">
                  <c:v>15.6</c:v>
                </c:pt>
                <c:pt idx="8">
                  <c:v>14.8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2EC4-46D7-ACB5-506DDB43181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Sheet1!$B$2:$B$10</c:f>
              <c:numCache>
                <c:formatCode>0.0</c:formatCode>
                <c:ptCount val="9"/>
                <c:pt idx="0">
                  <c:v>44.5</c:v>
                </c:pt>
                <c:pt idx="1">
                  <c:v>44.7</c:v>
                </c:pt>
                <c:pt idx="2">
                  <c:v>44.1</c:v>
                </c:pt>
                <c:pt idx="3">
                  <c:v>45.8</c:v>
                </c:pt>
                <c:pt idx="4">
                  <c:v>45.1</c:v>
                </c:pt>
                <c:pt idx="5">
                  <c:v>45.1</c:v>
                </c:pt>
                <c:pt idx="6">
                  <c:v>45.8</c:v>
                </c:pt>
                <c:pt idx="7">
                  <c:v>45.8</c:v>
                </c:pt>
                <c:pt idx="8">
                  <c:v>45.8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2704-45F6-B7EC-07088E3C788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Sheet1!$C$2:$C$10</c:f>
              <c:numCache>
                <c:formatCode>0.0</c:formatCode>
                <c:ptCount val="9"/>
                <c:pt idx="0">
                  <c:v>36.799999999999997</c:v>
                </c:pt>
                <c:pt idx="1">
                  <c:v>36.1</c:v>
                </c:pt>
                <c:pt idx="2">
                  <c:v>37.4</c:v>
                </c:pt>
                <c:pt idx="3">
                  <c:v>37.1</c:v>
                </c:pt>
                <c:pt idx="4">
                  <c:v>37.9</c:v>
                </c:pt>
                <c:pt idx="5">
                  <c:v>36.9</c:v>
                </c:pt>
                <c:pt idx="6">
                  <c:v>37.200000000000003</c:v>
                </c:pt>
                <c:pt idx="7">
                  <c:v>36</c:v>
                </c:pt>
                <c:pt idx="8">
                  <c:v>36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704-45F6-B7EC-07088E3C7888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Sheet1!$D$2:$D$10</c:f>
              <c:numCache>
                <c:formatCode>0.0</c:formatCode>
                <c:ptCount val="9"/>
                <c:pt idx="0">
                  <c:v>8.1999999999999993</c:v>
                </c:pt>
                <c:pt idx="1">
                  <c:v>8.3000000000000007</c:v>
                </c:pt>
                <c:pt idx="2">
                  <c:v>9</c:v>
                </c:pt>
                <c:pt idx="3">
                  <c:v>8.6</c:v>
                </c:pt>
                <c:pt idx="4">
                  <c:v>8.6999999999999993</c:v>
                </c:pt>
                <c:pt idx="5">
                  <c:v>7.5</c:v>
                </c:pt>
                <c:pt idx="6">
                  <c:v>7.2</c:v>
                </c:pt>
                <c:pt idx="7">
                  <c:v>8.4</c:v>
                </c:pt>
                <c:pt idx="8">
                  <c:v>8.4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704-45F6-B7EC-07088E3C7888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Sheet1!$E$2:$E$10</c:f>
              <c:numCache>
                <c:formatCode>0.0</c:formatCode>
                <c:ptCount val="9"/>
                <c:pt idx="0">
                  <c:v>1.7</c:v>
                </c:pt>
                <c:pt idx="1">
                  <c:v>1.8</c:v>
                </c:pt>
                <c:pt idx="2">
                  <c:v>1.8</c:v>
                </c:pt>
                <c:pt idx="3">
                  <c:v>1.6</c:v>
                </c:pt>
                <c:pt idx="4">
                  <c:v>1.6</c:v>
                </c:pt>
                <c:pt idx="5">
                  <c:v>1.8</c:v>
                </c:pt>
                <c:pt idx="6">
                  <c:v>1.7</c:v>
                </c:pt>
                <c:pt idx="7">
                  <c:v>1.7</c:v>
                </c:pt>
                <c:pt idx="8">
                  <c:v>1.7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2704-45F6-B7EC-07088E3C7888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Sheet1!$F$2:$F$10</c:f>
              <c:numCache>
                <c:formatCode>0.0</c:formatCode>
                <c:ptCount val="9"/>
                <c:pt idx="0">
                  <c:v>1.6</c:v>
                </c:pt>
                <c:pt idx="1">
                  <c:v>1.6</c:v>
                </c:pt>
                <c:pt idx="2">
                  <c:v>1.7</c:v>
                </c:pt>
                <c:pt idx="3">
                  <c:v>1.5</c:v>
                </c:pt>
                <c:pt idx="4">
                  <c:v>0.9</c:v>
                </c:pt>
                <c:pt idx="5">
                  <c:v>1</c:v>
                </c:pt>
                <c:pt idx="6">
                  <c:v>1</c:v>
                </c:pt>
                <c:pt idx="7">
                  <c:v>1.1000000000000001</c:v>
                </c:pt>
                <c:pt idx="8">
                  <c:v>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2704-45F6-B7EC-07088E3C7888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Sheet1!$G$2:$G$10</c:f>
              <c:numCache>
                <c:formatCode>0.0</c:formatCode>
                <c:ptCount val="9"/>
                <c:pt idx="0">
                  <c:v>7.3</c:v>
                </c:pt>
                <c:pt idx="1">
                  <c:v>7.5</c:v>
                </c:pt>
                <c:pt idx="2">
                  <c:v>6.1</c:v>
                </c:pt>
                <c:pt idx="3">
                  <c:v>5.5</c:v>
                </c:pt>
                <c:pt idx="4">
                  <c:v>5.8</c:v>
                </c:pt>
                <c:pt idx="5">
                  <c:v>7.6</c:v>
                </c:pt>
                <c:pt idx="6">
                  <c:v>7.1</c:v>
                </c:pt>
                <c:pt idx="7">
                  <c:v>7</c:v>
                </c:pt>
                <c:pt idx="8">
                  <c:v>7.1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2704-45F6-B7EC-07088E3C788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Sheet1!$A$2:$A$9</c:f>
              <c:numCache>
                <c:formatCode>m/d/yyyy</c:formatCode>
                <c:ptCount val="8"/>
                <c:pt idx="0">
                  <c:v>45957</c:v>
                </c:pt>
                <c:pt idx="1">
                  <c:v>45958</c:v>
                </c:pt>
                <c:pt idx="2">
                  <c:v>45960</c:v>
                </c:pt>
                <c:pt idx="3">
                  <c:v>45961</c:v>
                </c:pt>
                <c:pt idx="4">
                  <c:v>45962</c:v>
                </c:pt>
                <c:pt idx="5">
                  <c:v>45963</c:v>
                </c:pt>
                <c:pt idx="6">
                  <c:v>45964</c:v>
                </c:pt>
                <c:pt idx="7">
                  <c:v>45965</c:v>
                </c:pt>
              </c:numCache>
            </c:numRef>
          </c:cat>
          <c:val>
            <c:numRef>
              <c:f>Sheet1!$B$2:$B$9</c:f>
              <c:numCache>
                <c:formatCode>0.0</c:formatCode>
                <c:ptCount val="8"/>
                <c:pt idx="0">
                  <c:v>45.5</c:v>
                </c:pt>
                <c:pt idx="1">
                  <c:v>44.2</c:v>
                </c:pt>
                <c:pt idx="2">
                  <c:v>45.1</c:v>
                </c:pt>
                <c:pt idx="3">
                  <c:v>47.3</c:v>
                </c:pt>
                <c:pt idx="4">
                  <c:v>47.5</c:v>
                </c:pt>
                <c:pt idx="5">
                  <c:v>47.5</c:v>
                </c:pt>
                <c:pt idx="6">
                  <c:v>46.5</c:v>
                </c:pt>
                <c:pt idx="7">
                  <c:v>46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33D2-4B2E-8412-A1142AF28BA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Sheet1!$A$2:$A$9</c:f>
              <c:numCache>
                <c:formatCode>m/d/yyyy</c:formatCode>
                <c:ptCount val="8"/>
                <c:pt idx="0">
                  <c:v>45957</c:v>
                </c:pt>
                <c:pt idx="1">
                  <c:v>45958</c:v>
                </c:pt>
                <c:pt idx="2">
                  <c:v>45960</c:v>
                </c:pt>
                <c:pt idx="3">
                  <c:v>45961</c:v>
                </c:pt>
                <c:pt idx="4">
                  <c:v>45962</c:v>
                </c:pt>
                <c:pt idx="5">
                  <c:v>45963</c:v>
                </c:pt>
                <c:pt idx="6">
                  <c:v>45964</c:v>
                </c:pt>
                <c:pt idx="7">
                  <c:v>45965</c:v>
                </c:pt>
              </c:numCache>
            </c:numRef>
          </c:cat>
          <c:val>
            <c:numRef>
              <c:f>Sheet1!$C$2:$C$9</c:f>
              <c:numCache>
                <c:formatCode>0.0</c:formatCode>
                <c:ptCount val="8"/>
                <c:pt idx="0">
                  <c:v>40.4</c:v>
                </c:pt>
                <c:pt idx="1">
                  <c:v>40.9</c:v>
                </c:pt>
                <c:pt idx="2">
                  <c:v>39.299999999999997</c:v>
                </c:pt>
                <c:pt idx="3">
                  <c:v>38.700000000000003</c:v>
                </c:pt>
                <c:pt idx="4">
                  <c:v>37.5</c:v>
                </c:pt>
                <c:pt idx="5">
                  <c:v>37.6</c:v>
                </c:pt>
                <c:pt idx="6">
                  <c:v>38.9</c:v>
                </c:pt>
                <c:pt idx="7">
                  <c:v>38.200000000000003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33D2-4B2E-8412-A1142AF28BAD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Sheet1!$A$2:$A$9</c:f>
              <c:numCache>
                <c:formatCode>m/d/yyyy</c:formatCode>
                <c:ptCount val="8"/>
                <c:pt idx="0">
                  <c:v>45957</c:v>
                </c:pt>
                <c:pt idx="1">
                  <c:v>45958</c:v>
                </c:pt>
                <c:pt idx="2">
                  <c:v>45960</c:v>
                </c:pt>
                <c:pt idx="3">
                  <c:v>45961</c:v>
                </c:pt>
                <c:pt idx="4">
                  <c:v>45962</c:v>
                </c:pt>
                <c:pt idx="5">
                  <c:v>45963</c:v>
                </c:pt>
                <c:pt idx="6">
                  <c:v>45964</c:v>
                </c:pt>
                <c:pt idx="7">
                  <c:v>45965</c:v>
                </c:pt>
              </c:numCache>
            </c:numRef>
          </c:cat>
          <c:val>
            <c:numRef>
              <c:f>Sheet1!$D$2:$D$9</c:f>
              <c:numCache>
                <c:formatCode>0.0</c:formatCode>
                <c:ptCount val="8"/>
                <c:pt idx="0">
                  <c:v>7.3</c:v>
                </c:pt>
                <c:pt idx="1">
                  <c:v>6.7</c:v>
                </c:pt>
                <c:pt idx="2">
                  <c:v>2.7</c:v>
                </c:pt>
                <c:pt idx="3">
                  <c:v>3.2</c:v>
                </c:pt>
                <c:pt idx="4">
                  <c:v>3.9</c:v>
                </c:pt>
                <c:pt idx="5">
                  <c:v>3.6</c:v>
                </c:pt>
                <c:pt idx="6">
                  <c:v>3.9</c:v>
                </c:pt>
                <c:pt idx="7">
                  <c:v>5.0999999999999996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33D2-4B2E-8412-A1142AF28BAD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Sheet1!$A$2:$A$9</c:f>
              <c:numCache>
                <c:formatCode>m/d/yyyy</c:formatCode>
                <c:ptCount val="8"/>
                <c:pt idx="0">
                  <c:v>45957</c:v>
                </c:pt>
                <c:pt idx="1">
                  <c:v>45958</c:v>
                </c:pt>
                <c:pt idx="2">
                  <c:v>45960</c:v>
                </c:pt>
                <c:pt idx="3">
                  <c:v>45961</c:v>
                </c:pt>
                <c:pt idx="4">
                  <c:v>45962</c:v>
                </c:pt>
                <c:pt idx="5">
                  <c:v>45963</c:v>
                </c:pt>
                <c:pt idx="6">
                  <c:v>45964</c:v>
                </c:pt>
                <c:pt idx="7">
                  <c:v>45965</c:v>
                </c:pt>
              </c:numCache>
            </c:numRef>
          </c:cat>
          <c:val>
            <c:numRef>
              <c:f>Sheet1!$E$2:$E$9</c:f>
              <c:numCache>
                <c:formatCode>0.0</c:formatCode>
                <c:ptCount val="8"/>
                <c:pt idx="0">
                  <c:v>2.2000000000000002</c:v>
                </c:pt>
                <c:pt idx="1">
                  <c:v>2.2000000000000002</c:v>
                </c:pt>
                <c:pt idx="2">
                  <c:v>2</c:v>
                </c:pt>
                <c:pt idx="3">
                  <c:v>2.8</c:v>
                </c:pt>
                <c:pt idx="4">
                  <c:v>3</c:v>
                </c:pt>
                <c:pt idx="5">
                  <c:v>2.8</c:v>
                </c:pt>
                <c:pt idx="6">
                  <c:v>2.5</c:v>
                </c:pt>
                <c:pt idx="7">
                  <c:v>2.8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33D2-4B2E-8412-A1142AF28BAD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Sheet1!$A$2:$A$9</c:f>
              <c:numCache>
                <c:formatCode>m/d/yyyy</c:formatCode>
                <c:ptCount val="8"/>
                <c:pt idx="0">
                  <c:v>45957</c:v>
                </c:pt>
                <c:pt idx="1">
                  <c:v>45958</c:v>
                </c:pt>
                <c:pt idx="2">
                  <c:v>45960</c:v>
                </c:pt>
                <c:pt idx="3">
                  <c:v>45961</c:v>
                </c:pt>
                <c:pt idx="4">
                  <c:v>45962</c:v>
                </c:pt>
                <c:pt idx="5">
                  <c:v>45963</c:v>
                </c:pt>
                <c:pt idx="6">
                  <c:v>45964</c:v>
                </c:pt>
                <c:pt idx="7">
                  <c:v>45965</c:v>
                </c:pt>
              </c:numCache>
            </c:numRef>
          </c:cat>
          <c:val>
            <c:numRef>
              <c:f>Sheet1!$F$2:$F$9</c:f>
              <c:numCache>
                <c:formatCode>0.0</c:formatCode>
                <c:ptCount val="8"/>
                <c:pt idx="0">
                  <c:v>0</c:v>
                </c:pt>
                <c:pt idx="1">
                  <c:v>0.1</c:v>
                </c:pt>
                <c:pt idx="2">
                  <c:v>1.1000000000000001</c:v>
                </c:pt>
                <c:pt idx="3">
                  <c:v>0.9</c:v>
                </c:pt>
                <c:pt idx="4">
                  <c:v>0.8</c:v>
                </c:pt>
                <c:pt idx="5">
                  <c:v>0.8</c:v>
                </c:pt>
                <c:pt idx="6">
                  <c:v>0.6</c:v>
                </c:pt>
                <c:pt idx="7">
                  <c:v>0.5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33D2-4B2E-8412-A1142AF28BAD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Sheet1!$A$2:$A$9</c:f>
              <c:numCache>
                <c:formatCode>m/d/yyyy</c:formatCode>
                <c:ptCount val="8"/>
                <c:pt idx="0">
                  <c:v>45957</c:v>
                </c:pt>
                <c:pt idx="1">
                  <c:v>45958</c:v>
                </c:pt>
                <c:pt idx="2">
                  <c:v>45960</c:v>
                </c:pt>
                <c:pt idx="3">
                  <c:v>45961</c:v>
                </c:pt>
                <c:pt idx="4">
                  <c:v>45962</c:v>
                </c:pt>
                <c:pt idx="5">
                  <c:v>45963</c:v>
                </c:pt>
                <c:pt idx="6">
                  <c:v>45964</c:v>
                </c:pt>
                <c:pt idx="7">
                  <c:v>45965</c:v>
                </c:pt>
              </c:numCache>
            </c:numRef>
          </c:cat>
          <c:val>
            <c:numRef>
              <c:f>Sheet1!$G$2:$G$9</c:f>
              <c:numCache>
                <c:formatCode>0.0</c:formatCode>
                <c:ptCount val="8"/>
                <c:pt idx="0">
                  <c:v>4.5999999999999996</c:v>
                </c:pt>
                <c:pt idx="1">
                  <c:v>5.9</c:v>
                </c:pt>
                <c:pt idx="2">
                  <c:v>9.9</c:v>
                </c:pt>
                <c:pt idx="3">
                  <c:v>7.1</c:v>
                </c:pt>
                <c:pt idx="4">
                  <c:v>7.4</c:v>
                </c:pt>
                <c:pt idx="5">
                  <c:v>7.7</c:v>
                </c:pt>
                <c:pt idx="6">
                  <c:v>7.6</c:v>
                </c:pt>
                <c:pt idx="7">
                  <c:v>7.3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33D2-4B2E-8412-A1142AF28BA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Sheet1!$B$2:$B$10</c:f>
              <c:numCache>
                <c:formatCode>0.0</c:formatCode>
                <c:ptCount val="9"/>
                <c:pt idx="0">
                  <c:v>47.5</c:v>
                </c:pt>
                <c:pt idx="1">
                  <c:v>47.8</c:v>
                </c:pt>
                <c:pt idx="2">
                  <c:v>47.9</c:v>
                </c:pt>
                <c:pt idx="3">
                  <c:v>46.6</c:v>
                </c:pt>
                <c:pt idx="4">
                  <c:v>42.5</c:v>
                </c:pt>
                <c:pt idx="5">
                  <c:v>41.4</c:v>
                </c:pt>
                <c:pt idx="6">
                  <c:v>41.3</c:v>
                </c:pt>
                <c:pt idx="7">
                  <c:v>41.7</c:v>
                </c:pt>
                <c:pt idx="8">
                  <c:v>41.6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2C15-40F9-9A64-E65E8D58FC42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Sheet1!$C$2:$C$10</c:f>
              <c:numCache>
                <c:formatCode>0.0</c:formatCode>
                <c:ptCount val="9"/>
                <c:pt idx="0">
                  <c:v>37.1</c:v>
                </c:pt>
                <c:pt idx="1">
                  <c:v>38.4</c:v>
                </c:pt>
                <c:pt idx="2">
                  <c:v>39.299999999999997</c:v>
                </c:pt>
                <c:pt idx="3">
                  <c:v>39.700000000000003</c:v>
                </c:pt>
                <c:pt idx="4">
                  <c:v>43.6</c:v>
                </c:pt>
                <c:pt idx="5">
                  <c:v>45.4</c:v>
                </c:pt>
                <c:pt idx="6">
                  <c:v>45.9</c:v>
                </c:pt>
                <c:pt idx="7">
                  <c:v>46.2</c:v>
                </c:pt>
                <c:pt idx="8">
                  <c:v>47.4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C15-40F9-9A64-E65E8D58FC42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Sheet1!$D$2:$D$10</c:f>
              <c:numCache>
                <c:formatCode>0.0</c:formatCode>
                <c:ptCount val="9"/>
                <c:pt idx="0">
                  <c:v>3.8</c:v>
                </c:pt>
                <c:pt idx="1">
                  <c:v>3.3</c:v>
                </c:pt>
                <c:pt idx="2">
                  <c:v>3.5</c:v>
                </c:pt>
                <c:pt idx="3">
                  <c:v>4.4000000000000004</c:v>
                </c:pt>
                <c:pt idx="4">
                  <c:v>5.6</c:v>
                </c:pt>
                <c:pt idx="5">
                  <c:v>5.0999999999999996</c:v>
                </c:pt>
                <c:pt idx="6">
                  <c:v>4.5999999999999996</c:v>
                </c:pt>
                <c:pt idx="7">
                  <c:v>3.7</c:v>
                </c:pt>
                <c:pt idx="8">
                  <c:v>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C15-40F9-9A64-E65E8D58FC42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Sheet1!$E$2:$E$10</c:f>
              <c:numCache>
                <c:formatCode>0.0</c:formatCode>
                <c:ptCount val="9"/>
                <c:pt idx="0">
                  <c:v>0.1</c:v>
                </c:pt>
                <c:pt idx="1">
                  <c:v>0.3</c:v>
                </c:pt>
                <c:pt idx="2">
                  <c:v>0.5</c:v>
                </c:pt>
                <c:pt idx="3">
                  <c:v>0.5</c:v>
                </c:pt>
                <c:pt idx="4">
                  <c:v>0.4</c:v>
                </c:pt>
                <c:pt idx="5">
                  <c:v>0.3</c:v>
                </c:pt>
                <c:pt idx="6">
                  <c:v>0.2</c:v>
                </c:pt>
                <c:pt idx="7">
                  <c:v>0.2</c:v>
                </c:pt>
                <c:pt idx="8">
                  <c:v>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2C15-40F9-9A64-E65E8D58FC42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Sheet1!$F$2:$F$10</c:f>
              <c:numCache>
                <c:formatCode>0.0</c:formatCode>
                <c:ptCount val="9"/>
                <c:pt idx="0">
                  <c:v>0.2</c:v>
                </c:pt>
                <c:pt idx="1">
                  <c:v>0.2</c:v>
                </c:pt>
                <c:pt idx="2">
                  <c:v>0.1</c:v>
                </c:pt>
                <c:pt idx="3">
                  <c:v>0.1</c:v>
                </c:pt>
                <c:pt idx="4">
                  <c:v>0.4</c:v>
                </c:pt>
                <c:pt idx="5">
                  <c:v>0.4</c:v>
                </c:pt>
                <c:pt idx="6">
                  <c:v>0.4</c:v>
                </c:pt>
                <c:pt idx="7">
                  <c:v>0.3</c:v>
                </c:pt>
                <c:pt idx="8">
                  <c:v>0.3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2C15-40F9-9A64-E65E8D58FC42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Sheet1!$G$2:$G$10</c:f>
              <c:numCache>
                <c:formatCode>0.0</c:formatCode>
                <c:ptCount val="9"/>
                <c:pt idx="0">
                  <c:v>11.3</c:v>
                </c:pt>
                <c:pt idx="1">
                  <c:v>10.1</c:v>
                </c:pt>
                <c:pt idx="2">
                  <c:v>8.6999999999999993</c:v>
                </c:pt>
                <c:pt idx="3">
                  <c:v>8.6999999999999993</c:v>
                </c:pt>
                <c:pt idx="4">
                  <c:v>7.5</c:v>
                </c:pt>
                <c:pt idx="5">
                  <c:v>7.4</c:v>
                </c:pt>
                <c:pt idx="6">
                  <c:v>7.6</c:v>
                </c:pt>
                <c:pt idx="7">
                  <c:v>7.8</c:v>
                </c:pt>
                <c:pt idx="8">
                  <c:v>6.6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2C15-40F9-9A64-E65E8D58FC4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8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Sheet1!$B$2:$B$10</c:f>
              <c:numCache>
                <c:formatCode>0.0</c:formatCode>
                <c:ptCount val="9"/>
                <c:pt idx="0">
                  <c:v>45.7</c:v>
                </c:pt>
                <c:pt idx="1">
                  <c:v>46.2</c:v>
                </c:pt>
                <c:pt idx="2">
                  <c:v>45.3</c:v>
                </c:pt>
                <c:pt idx="3">
                  <c:v>45.9</c:v>
                </c:pt>
                <c:pt idx="4">
                  <c:v>46.6</c:v>
                </c:pt>
                <c:pt idx="5">
                  <c:v>43.9</c:v>
                </c:pt>
                <c:pt idx="6">
                  <c:v>43.5</c:v>
                </c:pt>
                <c:pt idx="7">
                  <c:v>42.1</c:v>
                </c:pt>
                <c:pt idx="8">
                  <c:v>41.8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CEB-4AC5-91C5-88C350FB6AA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Sheet1!$C$2:$C$10</c:f>
              <c:numCache>
                <c:formatCode>0.0</c:formatCode>
                <c:ptCount val="9"/>
                <c:pt idx="0">
                  <c:v>36.200000000000003</c:v>
                </c:pt>
                <c:pt idx="1">
                  <c:v>34</c:v>
                </c:pt>
                <c:pt idx="2">
                  <c:v>37.299999999999997</c:v>
                </c:pt>
                <c:pt idx="3">
                  <c:v>37.4</c:v>
                </c:pt>
                <c:pt idx="4">
                  <c:v>39.299999999999997</c:v>
                </c:pt>
                <c:pt idx="5">
                  <c:v>39.4</c:v>
                </c:pt>
                <c:pt idx="6">
                  <c:v>37</c:v>
                </c:pt>
                <c:pt idx="7">
                  <c:v>36.299999999999997</c:v>
                </c:pt>
                <c:pt idx="8">
                  <c:v>36.799999999999997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CEB-4AC5-91C5-88C350FB6AA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Sheet1!$D$2:$D$10</c:f>
              <c:numCache>
                <c:formatCode>0.0</c:formatCode>
                <c:ptCount val="9"/>
                <c:pt idx="0">
                  <c:v>5.3</c:v>
                </c:pt>
                <c:pt idx="1">
                  <c:v>5.7</c:v>
                </c:pt>
                <c:pt idx="2">
                  <c:v>7.5</c:v>
                </c:pt>
                <c:pt idx="3">
                  <c:v>5.5</c:v>
                </c:pt>
                <c:pt idx="4">
                  <c:v>4.8</c:v>
                </c:pt>
                <c:pt idx="5">
                  <c:v>6.6</c:v>
                </c:pt>
                <c:pt idx="6">
                  <c:v>7.4</c:v>
                </c:pt>
                <c:pt idx="7">
                  <c:v>8.8000000000000007</c:v>
                </c:pt>
                <c:pt idx="8">
                  <c:v>8.1999999999999993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DCEB-4AC5-91C5-88C350FB6AA9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Sheet1!$E$2:$E$10</c:f>
              <c:numCache>
                <c:formatCode>0.0</c:formatCode>
                <c:ptCount val="9"/>
                <c:pt idx="0">
                  <c:v>2.1</c:v>
                </c:pt>
                <c:pt idx="1">
                  <c:v>2.2999999999999998</c:v>
                </c:pt>
                <c:pt idx="2">
                  <c:v>1.1000000000000001</c:v>
                </c:pt>
                <c:pt idx="3">
                  <c:v>1</c:v>
                </c:pt>
                <c:pt idx="4">
                  <c:v>1.2</c:v>
                </c:pt>
                <c:pt idx="5">
                  <c:v>1.3</c:v>
                </c:pt>
                <c:pt idx="6">
                  <c:v>1.3</c:v>
                </c:pt>
                <c:pt idx="7">
                  <c:v>2.1</c:v>
                </c:pt>
                <c:pt idx="8">
                  <c:v>2.4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DCEB-4AC5-91C5-88C350FB6AA9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Sheet1!$F$2:$F$10</c:f>
              <c:numCache>
                <c:formatCode>0.0</c:formatCode>
                <c:ptCount val="9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0.6</c:v>
                </c:pt>
                <c:pt idx="4">
                  <c:v>1.2</c:v>
                </c:pt>
                <c:pt idx="5">
                  <c:v>0.7</c:v>
                </c:pt>
                <c:pt idx="6">
                  <c:v>0.7</c:v>
                </c:pt>
                <c:pt idx="7">
                  <c:v>0.6</c:v>
                </c:pt>
                <c:pt idx="8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DCEB-4AC5-91C5-88C350FB6AA9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Sheet1!$G$2:$G$10</c:f>
              <c:numCache>
                <c:formatCode>0.0</c:formatCode>
                <c:ptCount val="9"/>
                <c:pt idx="0">
                  <c:v>10.6</c:v>
                </c:pt>
                <c:pt idx="1">
                  <c:v>11.8</c:v>
                </c:pt>
                <c:pt idx="2">
                  <c:v>8.9</c:v>
                </c:pt>
                <c:pt idx="3">
                  <c:v>9.5</c:v>
                </c:pt>
                <c:pt idx="4">
                  <c:v>7</c:v>
                </c:pt>
                <c:pt idx="5">
                  <c:v>8.1</c:v>
                </c:pt>
                <c:pt idx="6">
                  <c:v>10.199999999999999</c:v>
                </c:pt>
                <c:pt idx="7">
                  <c:v>10.1</c:v>
                </c:pt>
                <c:pt idx="8">
                  <c:v>10.199999999999999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DCEB-4AC5-91C5-88C350FB6AA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8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Sheet1!$B$2:$B$10</c:f>
              <c:numCache>
                <c:formatCode>0.0</c:formatCode>
                <c:ptCount val="9"/>
                <c:pt idx="0">
                  <c:v>40.200000000000003</c:v>
                </c:pt>
                <c:pt idx="1">
                  <c:v>40.1</c:v>
                </c:pt>
                <c:pt idx="2">
                  <c:v>41.4</c:v>
                </c:pt>
                <c:pt idx="3">
                  <c:v>41.4</c:v>
                </c:pt>
                <c:pt idx="4">
                  <c:v>41.3</c:v>
                </c:pt>
                <c:pt idx="5">
                  <c:v>41.2</c:v>
                </c:pt>
                <c:pt idx="6">
                  <c:v>41.4</c:v>
                </c:pt>
                <c:pt idx="7">
                  <c:v>42.1</c:v>
                </c:pt>
                <c:pt idx="8">
                  <c:v>42.8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67CF-4D70-83F9-6C0910A0875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Sheet1!$C$2:$C$10</c:f>
              <c:numCache>
                <c:formatCode>0.0</c:formatCode>
                <c:ptCount val="9"/>
                <c:pt idx="0">
                  <c:v>49.8</c:v>
                </c:pt>
                <c:pt idx="1">
                  <c:v>48.8</c:v>
                </c:pt>
                <c:pt idx="2">
                  <c:v>47.5</c:v>
                </c:pt>
                <c:pt idx="3">
                  <c:v>47.6</c:v>
                </c:pt>
                <c:pt idx="4">
                  <c:v>47.8</c:v>
                </c:pt>
                <c:pt idx="5">
                  <c:v>47.7</c:v>
                </c:pt>
                <c:pt idx="6">
                  <c:v>47.1</c:v>
                </c:pt>
                <c:pt idx="7">
                  <c:v>47.1</c:v>
                </c:pt>
                <c:pt idx="8">
                  <c:v>47.2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67CF-4D70-83F9-6C0910A08753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Sheet1!$D$2:$D$10</c:f>
              <c:numCache>
                <c:formatCode>0.0</c:formatCode>
                <c:ptCount val="9"/>
                <c:pt idx="0">
                  <c:v>2.8</c:v>
                </c:pt>
                <c:pt idx="1">
                  <c:v>3.2</c:v>
                </c:pt>
                <c:pt idx="2">
                  <c:v>3.3</c:v>
                </c:pt>
                <c:pt idx="3">
                  <c:v>3.5</c:v>
                </c:pt>
                <c:pt idx="4">
                  <c:v>3.7</c:v>
                </c:pt>
                <c:pt idx="5">
                  <c:v>3.7</c:v>
                </c:pt>
                <c:pt idx="6">
                  <c:v>4</c:v>
                </c:pt>
                <c:pt idx="7">
                  <c:v>4.3</c:v>
                </c:pt>
                <c:pt idx="8">
                  <c:v>4.0999999999999996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67CF-4D70-83F9-6C0910A0875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Sheet1!$E$2:$E$10</c:f>
              <c:numCache>
                <c:formatCode>0.0</c:formatCode>
                <c:ptCount val="9"/>
                <c:pt idx="0">
                  <c:v>0.6</c:v>
                </c:pt>
                <c:pt idx="1">
                  <c:v>0.9</c:v>
                </c:pt>
                <c:pt idx="2">
                  <c:v>1</c:v>
                </c:pt>
                <c:pt idx="3">
                  <c:v>1.2</c:v>
                </c:pt>
                <c:pt idx="4">
                  <c:v>1.3</c:v>
                </c:pt>
                <c:pt idx="5">
                  <c:v>1.3</c:v>
                </c:pt>
                <c:pt idx="6">
                  <c:v>1.5</c:v>
                </c:pt>
                <c:pt idx="7">
                  <c:v>1.8</c:v>
                </c:pt>
                <c:pt idx="8">
                  <c:v>1.4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67CF-4D70-83F9-6C0910A08753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Sheet1!$F$2:$F$10</c:f>
              <c:numCache>
                <c:formatCode>0.0</c:formatCode>
                <c:ptCount val="9"/>
                <c:pt idx="0">
                  <c:v>0.4</c:v>
                </c:pt>
                <c:pt idx="1">
                  <c:v>0.5</c:v>
                </c:pt>
                <c:pt idx="2">
                  <c:v>0.5</c:v>
                </c:pt>
                <c:pt idx="3">
                  <c:v>0.5</c:v>
                </c:pt>
                <c:pt idx="4">
                  <c:v>0.4</c:v>
                </c:pt>
                <c:pt idx="5">
                  <c:v>0.4</c:v>
                </c:pt>
                <c:pt idx="6">
                  <c:v>0.4</c:v>
                </c:pt>
                <c:pt idx="7">
                  <c:v>0.3</c:v>
                </c:pt>
                <c:pt idx="8">
                  <c:v>0.2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67CF-4D70-83F9-6C0910A08753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Sheet1!$G$2:$G$10</c:f>
              <c:numCache>
                <c:formatCode>0.0</c:formatCode>
                <c:ptCount val="9"/>
                <c:pt idx="0">
                  <c:v>6.2</c:v>
                </c:pt>
                <c:pt idx="1">
                  <c:v>6.5</c:v>
                </c:pt>
                <c:pt idx="2">
                  <c:v>6.4</c:v>
                </c:pt>
                <c:pt idx="3">
                  <c:v>5.9</c:v>
                </c:pt>
                <c:pt idx="4">
                  <c:v>5.5</c:v>
                </c:pt>
                <c:pt idx="5">
                  <c:v>5.6</c:v>
                </c:pt>
                <c:pt idx="6">
                  <c:v>5.6</c:v>
                </c:pt>
                <c:pt idx="7">
                  <c:v>4.3</c:v>
                </c:pt>
                <c:pt idx="8">
                  <c:v>4.3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67CF-4D70-83F9-6C0910A0875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8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Sheet1!$B$2:$B$10</c:f>
              <c:numCache>
                <c:formatCode>0.0</c:formatCode>
                <c:ptCount val="9"/>
                <c:pt idx="0">
                  <c:v>40.299999999999997</c:v>
                </c:pt>
                <c:pt idx="1">
                  <c:v>39.4</c:v>
                </c:pt>
                <c:pt idx="2">
                  <c:v>39.9</c:v>
                </c:pt>
                <c:pt idx="3">
                  <c:v>39.5</c:v>
                </c:pt>
                <c:pt idx="4">
                  <c:v>41.2</c:v>
                </c:pt>
                <c:pt idx="5">
                  <c:v>40.6</c:v>
                </c:pt>
                <c:pt idx="6">
                  <c:v>41.4</c:v>
                </c:pt>
                <c:pt idx="7">
                  <c:v>41</c:v>
                </c:pt>
                <c:pt idx="8">
                  <c:v>41.9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722-4641-9112-46158124F18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Sheet1!$C$2:$C$10</c:f>
              <c:numCache>
                <c:formatCode>0.0</c:formatCode>
                <c:ptCount val="9"/>
                <c:pt idx="0">
                  <c:v>35.9</c:v>
                </c:pt>
                <c:pt idx="1">
                  <c:v>36.299999999999997</c:v>
                </c:pt>
                <c:pt idx="2">
                  <c:v>36.799999999999997</c:v>
                </c:pt>
                <c:pt idx="3">
                  <c:v>36.200000000000003</c:v>
                </c:pt>
                <c:pt idx="4">
                  <c:v>35.4</c:v>
                </c:pt>
                <c:pt idx="5">
                  <c:v>35.9</c:v>
                </c:pt>
                <c:pt idx="6">
                  <c:v>35.6</c:v>
                </c:pt>
                <c:pt idx="7">
                  <c:v>35.4</c:v>
                </c:pt>
                <c:pt idx="8">
                  <c:v>33.799999999999997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722-4641-9112-46158124F18D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Sheet1!$D$2:$D$10</c:f>
              <c:numCache>
                <c:formatCode>0.0</c:formatCode>
                <c:ptCount val="9"/>
                <c:pt idx="0">
                  <c:v>3.2</c:v>
                </c:pt>
                <c:pt idx="1">
                  <c:v>3.1</c:v>
                </c:pt>
                <c:pt idx="2">
                  <c:v>3</c:v>
                </c:pt>
                <c:pt idx="3">
                  <c:v>3.1</c:v>
                </c:pt>
                <c:pt idx="4">
                  <c:v>3.3</c:v>
                </c:pt>
                <c:pt idx="5">
                  <c:v>3.2</c:v>
                </c:pt>
                <c:pt idx="6">
                  <c:v>3.1</c:v>
                </c:pt>
                <c:pt idx="7">
                  <c:v>3.2</c:v>
                </c:pt>
                <c:pt idx="8">
                  <c:v>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9722-4641-9112-46158124F18D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Sheet1!$E$2:$E$10</c:f>
              <c:numCache>
                <c:formatCode>0.0</c:formatCode>
                <c:ptCount val="9"/>
                <c:pt idx="0">
                  <c:v>6.2</c:v>
                </c:pt>
                <c:pt idx="1">
                  <c:v>6.5</c:v>
                </c:pt>
                <c:pt idx="2">
                  <c:v>4.9000000000000004</c:v>
                </c:pt>
                <c:pt idx="3">
                  <c:v>5</c:v>
                </c:pt>
                <c:pt idx="4">
                  <c:v>2.1</c:v>
                </c:pt>
                <c:pt idx="5">
                  <c:v>1.7</c:v>
                </c:pt>
                <c:pt idx="6">
                  <c:v>1.7</c:v>
                </c:pt>
                <c:pt idx="7">
                  <c:v>1.6</c:v>
                </c:pt>
                <c:pt idx="8">
                  <c:v>1.4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9722-4641-9112-46158124F18D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Sheet1!$F$2:$F$10</c:f>
              <c:numCache>
                <c:formatCode>0.0</c:formatCode>
                <c:ptCount val="9"/>
                <c:pt idx="0">
                  <c:v>3.8</c:v>
                </c:pt>
                <c:pt idx="1">
                  <c:v>4</c:v>
                </c:pt>
                <c:pt idx="2">
                  <c:v>3.1</c:v>
                </c:pt>
                <c:pt idx="3">
                  <c:v>3.1</c:v>
                </c:pt>
                <c:pt idx="4">
                  <c:v>3.2</c:v>
                </c:pt>
                <c:pt idx="5">
                  <c:v>2.9</c:v>
                </c:pt>
                <c:pt idx="6">
                  <c:v>2.9</c:v>
                </c:pt>
                <c:pt idx="7">
                  <c:v>2.9</c:v>
                </c:pt>
                <c:pt idx="8">
                  <c:v>2.7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9722-4641-9112-46158124F18D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Sheet1!$G$2:$G$10</c:f>
              <c:numCache>
                <c:formatCode>0.0</c:formatCode>
                <c:ptCount val="9"/>
                <c:pt idx="0">
                  <c:v>10.6</c:v>
                </c:pt>
                <c:pt idx="1">
                  <c:v>10.7</c:v>
                </c:pt>
                <c:pt idx="2">
                  <c:v>12.4</c:v>
                </c:pt>
                <c:pt idx="3">
                  <c:v>13.2</c:v>
                </c:pt>
                <c:pt idx="4">
                  <c:v>14.8</c:v>
                </c:pt>
                <c:pt idx="5">
                  <c:v>15.6</c:v>
                </c:pt>
                <c:pt idx="6">
                  <c:v>15.3</c:v>
                </c:pt>
                <c:pt idx="7">
                  <c:v>15.8</c:v>
                </c:pt>
                <c:pt idx="8">
                  <c:v>16.100000000000001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9722-4641-9112-46158124F18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8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Sheet1!$B$2:$B$10</c:f>
              <c:numCache>
                <c:formatCode>0.0</c:formatCode>
                <c:ptCount val="9"/>
                <c:pt idx="0">
                  <c:v>48.5</c:v>
                </c:pt>
                <c:pt idx="1">
                  <c:v>50.2</c:v>
                </c:pt>
                <c:pt idx="2">
                  <c:v>51.3</c:v>
                </c:pt>
                <c:pt idx="3">
                  <c:v>52.4</c:v>
                </c:pt>
                <c:pt idx="4">
                  <c:v>52.7</c:v>
                </c:pt>
                <c:pt idx="5">
                  <c:v>52.2</c:v>
                </c:pt>
                <c:pt idx="6">
                  <c:v>52.5</c:v>
                </c:pt>
                <c:pt idx="7">
                  <c:v>51.8</c:v>
                </c:pt>
                <c:pt idx="8">
                  <c:v>51.9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759-4AB2-BC2E-8041771B0CD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Sheet1!$C$2:$C$10</c:f>
              <c:numCache>
                <c:formatCode>0.0</c:formatCode>
                <c:ptCount val="9"/>
                <c:pt idx="0">
                  <c:v>28.7</c:v>
                </c:pt>
                <c:pt idx="1">
                  <c:v>27.3</c:v>
                </c:pt>
                <c:pt idx="2">
                  <c:v>25.9</c:v>
                </c:pt>
                <c:pt idx="3">
                  <c:v>26.1</c:v>
                </c:pt>
                <c:pt idx="4">
                  <c:v>27</c:v>
                </c:pt>
                <c:pt idx="5">
                  <c:v>27.3</c:v>
                </c:pt>
                <c:pt idx="6">
                  <c:v>27.3</c:v>
                </c:pt>
                <c:pt idx="7">
                  <c:v>28.1</c:v>
                </c:pt>
                <c:pt idx="8">
                  <c:v>27.9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759-4AB2-BC2E-8041771B0CD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Sheet1!$D$2:$D$10</c:f>
              <c:numCache>
                <c:formatCode>0.0</c:formatCode>
                <c:ptCount val="9"/>
                <c:pt idx="0">
                  <c:v>7.4</c:v>
                </c:pt>
                <c:pt idx="1">
                  <c:v>7.2</c:v>
                </c:pt>
                <c:pt idx="2">
                  <c:v>7.4</c:v>
                </c:pt>
                <c:pt idx="3">
                  <c:v>7.2</c:v>
                </c:pt>
                <c:pt idx="4">
                  <c:v>7.1</c:v>
                </c:pt>
                <c:pt idx="5">
                  <c:v>6.8</c:v>
                </c:pt>
                <c:pt idx="6">
                  <c:v>6.7</c:v>
                </c:pt>
                <c:pt idx="7">
                  <c:v>6.8</c:v>
                </c:pt>
                <c:pt idx="8">
                  <c:v>6.9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759-4AB2-BC2E-8041771B0CD9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Sheet1!$E$2:$E$10</c:f>
              <c:numCache>
                <c:formatCode>0.0</c:formatCode>
                <c:ptCount val="9"/>
                <c:pt idx="0">
                  <c:v>1.8</c:v>
                </c:pt>
                <c:pt idx="1">
                  <c:v>1.9</c:v>
                </c:pt>
                <c:pt idx="2">
                  <c:v>1.9</c:v>
                </c:pt>
                <c:pt idx="3">
                  <c:v>2.2000000000000002</c:v>
                </c:pt>
                <c:pt idx="4">
                  <c:v>2.4</c:v>
                </c:pt>
                <c:pt idx="5">
                  <c:v>3.4</c:v>
                </c:pt>
                <c:pt idx="6">
                  <c:v>3.3</c:v>
                </c:pt>
                <c:pt idx="7">
                  <c:v>3.1</c:v>
                </c:pt>
                <c:pt idx="8">
                  <c:v>2.9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759-4AB2-BC2E-8041771B0CD9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Sheet1!$F$2:$F$10</c:f>
              <c:numCache>
                <c:formatCode>0.0</c:formatCode>
                <c:ptCount val="9"/>
                <c:pt idx="0">
                  <c:v>1.3</c:v>
                </c:pt>
                <c:pt idx="1">
                  <c:v>1</c:v>
                </c:pt>
                <c:pt idx="2">
                  <c:v>1.9</c:v>
                </c:pt>
                <c:pt idx="3">
                  <c:v>1.2</c:v>
                </c:pt>
                <c:pt idx="4">
                  <c:v>1.2</c:v>
                </c:pt>
                <c:pt idx="5">
                  <c:v>1.1000000000000001</c:v>
                </c:pt>
                <c:pt idx="6">
                  <c:v>1.1000000000000001</c:v>
                </c:pt>
                <c:pt idx="7">
                  <c:v>1.3</c:v>
                </c:pt>
                <c:pt idx="8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759-4AB2-BC2E-8041771B0CD9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Sheet1!$A$2:$A$10</c:f>
              <c:numCache>
                <c:formatCode>m/d/yyyy</c:formatCode>
                <c:ptCount val="9"/>
                <c:pt idx="0">
                  <c:v>45957</c:v>
                </c:pt>
                <c:pt idx="1">
                  <c:v>45958</c:v>
                </c:pt>
                <c:pt idx="2">
                  <c:v>45959</c:v>
                </c:pt>
                <c:pt idx="3">
                  <c:v>45960</c:v>
                </c:pt>
                <c:pt idx="4">
                  <c:v>45961</c:v>
                </c:pt>
                <c:pt idx="5">
                  <c:v>45962</c:v>
                </c:pt>
                <c:pt idx="6">
                  <c:v>45963</c:v>
                </c:pt>
                <c:pt idx="7">
                  <c:v>45964</c:v>
                </c:pt>
                <c:pt idx="8">
                  <c:v>45965</c:v>
                </c:pt>
              </c:numCache>
            </c:numRef>
          </c:cat>
          <c:val>
            <c:numRef>
              <c:f>Sheet1!$G$2:$G$10</c:f>
              <c:numCache>
                <c:formatCode>0.0</c:formatCode>
                <c:ptCount val="9"/>
                <c:pt idx="0">
                  <c:v>12.3</c:v>
                </c:pt>
                <c:pt idx="1">
                  <c:v>12.4</c:v>
                </c:pt>
                <c:pt idx="2">
                  <c:v>11.6</c:v>
                </c:pt>
                <c:pt idx="3">
                  <c:v>10.9</c:v>
                </c:pt>
                <c:pt idx="4">
                  <c:v>9.6</c:v>
                </c:pt>
                <c:pt idx="5">
                  <c:v>9.1999999999999993</c:v>
                </c:pt>
                <c:pt idx="6">
                  <c:v>9</c:v>
                </c:pt>
                <c:pt idx="7">
                  <c:v>9</c:v>
                </c:pt>
                <c:pt idx="8">
                  <c:v>9.1999999999999993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759-4AB2-BC2E-8041771B0CD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8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681898961928429E-2"/>
          <c:y val="9.7089167240119803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Sheet1!$A$2:$A$8</c:f>
              <c:numCache>
                <c:formatCode>m/d/yyyy</c:formatCode>
                <c:ptCount val="7"/>
                <c:pt idx="0">
                  <c:v>45959</c:v>
                </c:pt>
                <c:pt idx="1">
                  <c:v>45960</c:v>
                </c:pt>
                <c:pt idx="2">
                  <c:v>45961</c:v>
                </c:pt>
                <c:pt idx="3">
                  <c:v>45962</c:v>
                </c:pt>
                <c:pt idx="4">
                  <c:v>45963</c:v>
                </c:pt>
                <c:pt idx="5">
                  <c:v>45964</c:v>
                </c:pt>
                <c:pt idx="6">
                  <c:v>45965</c:v>
                </c:pt>
              </c:numCache>
            </c:numRef>
          </c:cat>
          <c:val>
            <c:numRef>
              <c:f>Sheet1!$B$2:$B$8</c:f>
              <c:numCache>
                <c:formatCode>0.0</c:formatCode>
                <c:ptCount val="7"/>
                <c:pt idx="0">
                  <c:v>44</c:v>
                </c:pt>
                <c:pt idx="1">
                  <c:v>43.3</c:v>
                </c:pt>
                <c:pt idx="2">
                  <c:v>43.5</c:v>
                </c:pt>
                <c:pt idx="3">
                  <c:v>45.7</c:v>
                </c:pt>
                <c:pt idx="4">
                  <c:v>46.1</c:v>
                </c:pt>
                <c:pt idx="5">
                  <c:v>43.9</c:v>
                </c:pt>
                <c:pt idx="6">
                  <c:v>44.7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759-4AB2-BC2E-8041771B0CD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Sheet1!$A$2:$A$8</c:f>
              <c:numCache>
                <c:formatCode>m/d/yyyy</c:formatCode>
                <c:ptCount val="7"/>
                <c:pt idx="0">
                  <c:v>45959</c:v>
                </c:pt>
                <c:pt idx="1">
                  <c:v>45960</c:v>
                </c:pt>
                <c:pt idx="2">
                  <c:v>45961</c:v>
                </c:pt>
                <c:pt idx="3">
                  <c:v>45962</c:v>
                </c:pt>
                <c:pt idx="4">
                  <c:v>45963</c:v>
                </c:pt>
                <c:pt idx="5">
                  <c:v>45964</c:v>
                </c:pt>
                <c:pt idx="6">
                  <c:v>45965</c:v>
                </c:pt>
              </c:numCache>
            </c:numRef>
          </c:cat>
          <c:val>
            <c:numRef>
              <c:f>Sheet1!$C$2:$C$8</c:f>
              <c:numCache>
                <c:formatCode>0.0</c:formatCode>
                <c:ptCount val="7"/>
                <c:pt idx="0">
                  <c:v>37.4</c:v>
                </c:pt>
                <c:pt idx="1">
                  <c:v>37.9</c:v>
                </c:pt>
                <c:pt idx="2">
                  <c:v>36.799999999999997</c:v>
                </c:pt>
                <c:pt idx="3">
                  <c:v>34.5</c:v>
                </c:pt>
                <c:pt idx="4">
                  <c:v>34.1</c:v>
                </c:pt>
                <c:pt idx="5">
                  <c:v>35.200000000000003</c:v>
                </c:pt>
                <c:pt idx="6">
                  <c:v>32.5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759-4AB2-BC2E-8041771B0CD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numRef>
              <c:f>Sheet1!$A$2:$A$8</c:f>
              <c:numCache>
                <c:formatCode>m/d/yyyy</c:formatCode>
                <c:ptCount val="7"/>
                <c:pt idx="0">
                  <c:v>45959</c:v>
                </c:pt>
                <c:pt idx="1">
                  <c:v>45960</c:v>
                </c:pt>
                <c:pt idx="2">
                  <c:v>45961</c:v>
                </c:pt>
                <c:pt idx="3">
                  <c:v>45962</c:v>
                </c:pt>
                <c:pt idx="4">
                  <c:v>45963</c:v>
                </c:pt>
                <c:pt idx="5">
                  <c:v>45964</c:v>
                </c:pt>
                <c:pt idx="6">
                  <c:v>45965</c:v>
                </c:pt>
              </c:numCache>
            </c:numRef>
          </c:cat>
          <c:val>
            <c:numRef>
              <c:f>Sheet1!$D$2:$D$8</c:f>
              <c:numCache>
                <c:formatCode>0.0</c:formatCode>
                <c:ptCount val="7"/>
                <c:pt idx="0">
                  <c:v>2.2000000000000002</c:v>
                </c:pt>
                <c:pt idx="1">
                  <c:v>2.4</c:v>
                </c:pt>
                <c:pt idx="2">
                  <c:v>2.5</c:v>
                </c:pt>
                <c:pt idx="3">
                  <c:v>2.4</c:v>
                </c:pt>
                <c:pt idx="4">
                  <c:v>2.4</c:v>
                </c:pt>
                <c:pt idx="5">
                  <c:v>2.2999999999999998</c:v>
                </c:pt>
                <c:pt idx="6">
                  <c:v>1.9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759-4AB2-BC2E-8041771B0CD9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Sheet1!$A$2:$A$8</c:f>
              <c:numCache>
                <c:formatCode>m/d/yyyy</c:formatCode>
                <c:ptCount val="7"/>
                <c:pt idx="0">
                  <c:v>45959</c:v>
                </c:pt>
                <c:pt idx="1">
                  <c:v>45960</c:v>
                </c:pt>
                <c:pt idx="2">
                  <c:v>45961</c:v>
                </c:pt>
                <c:pt idx="3">
                  <c:v>45962</c:v>
                </c:pt>
                <c:pt idx="4">
                  <c:v>45963</c:v>
                </c:pt>
                <c:pt idx="5">
                  <c:v>45964</c:v>
                </c:pt>
                <c:pt idx="6">
                  <c:v>45965</c:v>
                </c:pt>
              </c:numCache>
            </c:numRef>
          </c:cat>
          <c:val>
            <c:numRef>
              <c:f>Sheet1!$E$2:$E$8</c:f>
              <c:numCache>
                <c:formatCode>0.0</c:formatCode>
                <c:ptCount val="7"/>
                <c:pt idx="0">
                  <c:v>3.5</c:v>
                </c:pt>
                <c:pt idx="1">
                  <c:v>3.7</c:v>
                </c:pt>
                <c:pt idx="2">
                  <c:v>2.9</c:v>
                </c:pt>
                <c:pt idx="3">
                  <c:v>3.3</c:v>
                </c:pt>
                <c:pt idx="4">
                  <c:v>3.3</c:v>
                </c:pt>
                <c:pt idx="5">
                  <c:v>3.4</c:v>
                </c:pt>
                <c:pt idx="6">
                  <c:v>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759-4AB2-BC2E-8041771B0CD9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Sheet1!$A$2:$A$8</c:f>
              <c:numCache>
                <c:formatCode>m/d/yyyy</c:formatCode>
                <c:ptCount val="7"/>
                <c:pt idx="0">
                  <c:v>45959</c:v>
                </c:pt>
                <c:pt idx="1">
                  <c:v>45960</c:v>
                </c:pt>
                <c:pt idx="2">
                  <c:v>45961</c:v>
                </c:pt>
                <c:pt idx="3">
                  <c:v>45962</c:v>
                </c:pt>
                <c:pt idx="4">
                  <c:v>45963</c:v>
                </c:pt>
                <c:pt idx="5">
                  <c:v>45964</c:v>
                </c:pt>
                <c:pt idx="6">
                  <c:v>45965</c:v>
                </c:pt>
              </c:numCache>
            </c:numRef>
          </c:cat>
          <c:val>
            <c:numRef>
              <c:f>Sheet1!$F$2:$F$8</c:f>
              <c:numCache>
                <c:formatCode>0.0</c:formatCode>
                <c:ptCount val="7"/>
                <c:pt idx="0">
                  <c:v>0.3</c:v>
                </c:pt>
                <c:pt idx="1">
                  <c:v>0.3</c:v>
                </c:pt>
                <c:pt idx="2">
                  <c:v>0.9</c:v>
                </c:pt>
                <c:pt idx="3">
                  <c:v>1.1000000000000001</c:v>
                </c:pt>
                <c:pt idx="4">
                  <c:v>1.3</c:v>
                </c:pt>
                <c:pt idx="5">
                  <c:v>1.5</c:v>
                </c:pt>
                <c:pt idx="6">
                  <c:v>1.5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759-4AB2-BC2E-8041771B0CD9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Sheet1!$A$2:$A$8</c:f>
              <c:numCache>
                <c:formatCode>m/d/yyyy</c:formatCode>
                <c:ptCount val="7"/>
                <c:pt idx="0">
                  <c:v>45959</c:v>
                </c:pt>
                <c:pt idx="1">
                  <c:v>45960</c:v>
                </c:pt>
                <c:pt idx="2">
                  <c:v>45961</c:v>
                </c:pt>
                <c:pt idx="3">
                  <c:v>45962</c:v>
                </c:pt>
                <c:pt idx="4">
                  <c:v>45963</c:v>
                </c:pt>
                <c:pt idx="5">
                  <c:v>45964</c:v>
                </c:pt>
                <c:pt idx="6">
                  <c:v>45965</c:v>
                </c:pt>
              </c:numCache>
            </c:numRef>
          </c:cat>
          <c:val>
            <c:numRef>
              <c:f>Sheet1!$G$2:$G$8</c:f>
              <c:numCache>
                <c:formatCode>0.0</c:formatCode>
                <c:ptCount val="7"/>
                <c:pt idx="0">
                  <c:v>12.6</c:v>
                </c:pt>
                <c:pt idx="1">
                  <c:v>12.4</c:v>
                </c:pt>
                <c:pt idx="2">
                  <c:v>13.4</c:v>
                </c:pt>
                <c:pt idx="3">
                  <c:v>13</c:v>
                </c:pt>
                <c:pt idx="4">
                  <c:v>13</c:v>
                </c:pt>
                <c:pt idx="5">
                  <c:v>13.7</c:v>
                </c:pt>
                <c:pt idx="6">
                  <c:v>15.7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759-4AB2-BC2E-8041771B0CD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9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0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9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0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9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0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9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0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9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0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9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0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9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0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C4059A1-25BC-4480-A3C7-F0550C0E6A88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68AA5F7C-0A2A-C359-CBD5-5390637E4986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60D8C9D4-7FCE-0592-6E15-3C2A7B7D002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DDA7F2-3FBE-40D6-B9CA-3A7E47729F8D}" type="datetime1">
              <a:rPr lang="en-IN" smtClean="0"/>
              <a:t>05-11-2025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70788EF-5B42-490C-E8D1-431CBDB719F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69EE4AA-0E61-A996-3829-A2E661647C3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7160683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9ECF0B9-7A33-F524-0D41-4D7271F6C79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6EE853B-326A-BE16-F004-D84BE9C4DEA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05791-B97D-BB74-9DB9-FEB0B15D111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45158B-2B53-48C2-87DC-F1FE95255661}" type="datetime1">
              <a:rPr lang="en-IN" smtClean="0"/>
              <a:t>05-11-2025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DEC31C1-EE0C-DDF0-FF27-1F5A1AA0678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A6568C4-39DD-64BE-C91C-34F08B766EC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FDFEBD18-49ED-E9D6-52F4-0A08883FDA3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83289" y="6311900"/>
            <a:ext cx="1096926" cy="530180"/>
          </a:xfrm>
          <a:prstGeom prst="rect">
            <a:avLst/>
          </a:prstGeom>
          <a:solidFill>
            <a:schemeClr val="bg1"/>
          </a:solidFill>
        </p:spPr>
      </p:pic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049E48B3-188E-AD28-8EDE-D56FF814CA5C}"/>
              </a:ext>
            </a:extLst>
          </p:cNvPr>
          <p:cNvCxnSpPr/>
          <p:nvPr userDrawn="1"/>
        </p:nvCxnSpPr>
        <p:spPr>
          <a:xfrm>
            <a:off x="0" y="6197983"/>
            <a:ext cx="12192000" cy="0"/>
          </a:xfrm>
          <a:prstGeom prst="line">
            <a:avLst/>
          </a:prstGeom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94588915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6CE029A-B893-920C-1E79-EFF2ACEC7C0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F03E8A6-C173-D91B-961D-A705BAF3907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82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82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82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B90C1-8D67-6207-0120-97A4AD169B7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987FE52-D9BC-4088-8849-EADCF8C726B5}" type="datetime1">
              <a:rPr lang="en-IN" smtClean="0"/>
              <a:t>05-11-2025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428FF361-4C72-D495-1278-393CD99168B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ADEEEE8-B6BD-DD9E-98B5-D37448346F1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46303131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93BE1F9-1458-C221-F6C4-DFA71D15A66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31CF812-D681-1FF2-DE05-8F1A83E60FE3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D19655D9-7048-3527-1EE0-DFB499F3F9E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5B6EA77B-FA10-195D-95E0-07EB77E5BB3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CC33956-67F8-450F-A418-EE83F64E3D54}" type="datetime1">
              <a:rPr lang="en-IN" smtClean="0"/>
              <a:t>05-11-2025</a:t>
            </a:fld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DED8192B-94AA-D6A8-761B-B2447A08150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9B661DA7-0316-9AF3-4A4B-47D4E88843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97410503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495B7B7-A6D8-881A-1B6A-3A4963792BA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14089315-FB83-EB3F-8879-93BDD420420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65C4F727-B8A6-A7EC-8FD5-A8374283984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996705-23F3-D866-B1E2-2DF569A6524F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FDF1F826-30F8-4B72-F47A-88D5E553B952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EC4147C7-888E-C1FD-8D76-C2940F3A66A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BD01619-2078-4F32-B00E-01B6679EF437}" type="datetime1">
              <a:rPr lang="en-IN" smtClean="0"/>
              <a:t>05-11-2025</a:t>
            </a:fld>
            <a:endParaRPr lang="en-IN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D982AB31-DB00-AB93-A0CD-A3172014203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5A3CF521-99D8-A412-CDE2-0FA2836C3A4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88546434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3133460-6CEC-549D-2E90-4711385BBD4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256A3003-58E7-1CBE-6312-62108F0EEB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C957FE6-56E7-4B65-BE43-A4735ABE4B75}" type="datetime1">
              <a:rPr lang="en-IN" smtClean="0"/>
              <a:t>05-11-2025</a:t>
            </a:fld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6289710A-6620-69CE-ACA8-9F810729BE3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DA177519-8DD4-D38E-6F71-7ACD24F43D7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68645058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3A69CDF9-1D0B-BB47-5B95-5E813F61840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5F00EA9-A680-4F22-9751-665308DA3BFD}" type="datetime1">
              <a:rPr lang="en-IN" smtClean="0"/>
              <a:t>05-11-2025</a:t>
            </a:fld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DC9EA8E6-6105-69FD-9B76-22C1509FE74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6BA1E8F-824A-FC3F-FD69-498167F2B8C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824964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5929999-7226-04A0-1ACE-C24FBFEA57F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E39AD00-3333-CF36-2085-A0914CB9043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790F7F7C-72E9-01AE-3187-86C244B80A21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C6D7D490-9019-CC06-DED8-AF8D65A5E10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53AFA26-FCAE-4F1D-BC33-FB46218FB980}" type="datetime1">
              <a:rPr lang="en-IN" smtClean="0"/>
              <a:t>05-11-2025</a:t>
            </a:fld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E09C75E6-BACC-5846-8DA9-6F4FA78FE57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4D9D62DE-DD63-C18C-9B55-7EEDC185C5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17885245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28B6E24-0E97-0D7F-F639-77A5004D8BD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174353DF-F37E-C30A-B59B-03DEE042F868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IN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0DCC8DFA-3746-EE5B-C974-6625C626B427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B214E6A4-F96E-CCFE-8FC8-5AEC024B994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7DDAD94-FF81-4105-8D94-3AA28EBB1B5C}" type="datetime1">
              <a:rPr lang="en-IN" smtClean="0"/>
              <a:t>05-11-2025</a:t>
            </a:fld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34183864-BCA7-5877-E61A-CB6ECCAE12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5797F791-1A22-CC94-9B3F-4187FBB2D30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714148403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85D77FB-5B6A-F275-0F0E-4F1C51EF5F7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3BE9FEEE-D07C-81F0-9AA4-0FF0776FF264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1F7B0B2A-CF41-7EE0-5B04-BA63123A3EF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F4D9966-279A-47FE-A1A2-A9452EEF7F6A}" type="datetime1">
              <a:rPr lang="en-IN" smtClean="0"/>
              <a:t>05-11-2025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D730DC3-574E-C316-16C9-6FF417FB882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73E10C1-645D-3EA1-668E-38BBEF461A2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51644107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434BCB9C-57D0-59F8-4FAB-630A0DDDBFA6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BB73689B-81AD-1C9D-8D02-7BE35EE8A792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A3B8EE6-8367-78B5-93B2-65261F68A45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4287280-7E19-4377-94C8-13C432E75F99}" type="datetime1">
              <a:rPr lang="en-IN" smtClean="0"/>
              <a:t>05-11-2025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108C924-A826-4E93-8A08-45429DC425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CD4FA06-004D-DD37-0D59-2AFFB18D4CD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45617904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9B17AB0F-D702-0626-4234-B3118421FF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53CB6AD0-6D7A-E2FD-86B0-DEF9F9C38F2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B3C9A92-EAA6-2D27-89E3-143582C0633D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7E39DC5A-BC98-4EAE-B2F0-4CE09A2C6D32}" type="datetime1">
              <a:rPr lang="en-IN" smtClean="0"/>
              <a:t>05-11-2025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9AE06A34-850D-EAE6-7BB4-EEA81C5020B8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6D64AB2-D10C-8E75-6830-468F47FBF4F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30228269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>
          <p15:clr>
            <a:srgbClr val="F26B43"/>
          </p15:clr>
        </p15:guide>
        <p15:guide id="2" pos="3840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.xml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.xml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chart" Target="../charts/chart4.xml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chart" Target="../charts/chart5.xml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chart" Target="../charts/chart6.xml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chart" Target="../charts/chart7.xml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chart" Target="../charts/chart8.xml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chart" Target="../charts/chart9.xml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0.xml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1.xml"/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2.xml"/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3.xml"/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4.xml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5.xml"/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6.xml"/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7.xml"/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8.xml"/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9.xml"/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0.xml"/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1.xml"/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2.xml"/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3.xml"/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4.xml"/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5.xml"/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6.xml"/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7.xml"/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8.xml"/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0.xml"/><Relationship Id="rId2" Type="http://schemas.openxmlformats.org/officeDocument/2006/relationships/chart" Target="../charts/chart29.xml"/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2.xml"/><Relationship Id="rId2" Type="http://schemas.openxmlformats.org/officeDocument/2006/relationships/chart" Target="../charts/chart31.xml"/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2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2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2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2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2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2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3.xml"/><Relationship Id="rId1" Type="http://schemas.openxmlformats.org/officeDocument/2006/relationships/slideLayout" Target="../slideLayouts/slideLayout2.xml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4.xml"/><Relationship Id="rId1" Type="http://schemas.openxmlformats.org/officeDocument/2006/relationships/slideLayout" Target="../slideLayouts/slideLayout2.xml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5.xml"/><Relationship Id="rId1" Type="http://schemas.openxmlformats.org/officeDocument/2006/relationships/slideLayout" Target="../slideLayouts/slideLayout2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6.xml"/><Relationship Id="rId1" Type="http://schemas.openxmlformats.org/officeDocument/2006/relationships/slideLayout" Target="../slideLayouts/slideLayout2.xml"/></Relationships>
</file>

<file path=ppt/slides/_rels/slide79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7.xml"/><Relationship Id="rId1" Type="http://schemas.openxmlformats.org/officeDocument/2006/relationships/slideLayout" Target="../slideLayouts/slideLayout2.xml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8.xml"/><Relationship Id="rId1" Type="http://schemas.openxmlformats.org/officeDocument/2006/relationships/slideLayout" Target="../slideLayouts/slideLayout2.xml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9.xml"/><Relationship Id="rId1" Type="http://schemas.openxmlformats.org/officeDocument/2006/relationships/slideLayout" Target="../slideLayouts/slideLayout2.xml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chart" Target="../charts/chart40.xml"/><Relationship Id="rId1" Type="http://schemas.openxmlformats.org/officeDocument/2006/relationships/slideLayout" Target="../slideLayouts/slideLayout2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chart" Target="../charts/chart41.xml"/><Relationship Id="rId1" Type="http://schemas.openxmlformats.org/officeDocument/2006/relationships/slideLayout" Target="../slideLayouts/slideLayout2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chart" Target="../charts/chart42.xml"/><Relationship Id="rId1" Type="http://schemas.openxmlformats.org/officeDocument/2006/relationships/slideLayout" Target="../slideLayouts/slideLayout2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2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2.xml"/></Relationships>
</file>

<file path=ppt/slides/_rels/slide95.xml.rels><?xml version="1.0" encoding="UTF-8" standalone="yes"?>
<Relationships xmlns="http://schemas.openxmlformats.org/package/2006/relationships"><Relationship Id="rId2" Type="http://schemas.openxmlformats.org/officeDocument/2006/relationships/chart" Target="../charts/chart43.xml"/><Relationship Id="rId1" Type="http://schemas.openxmlformats.org/officeDocument/2006/relationships/slideLayout" Target="../slideLayouts/slideLayout2.xml"/></Relationships>
</file>

<file path=ppt/slides/_rels/slide96.xml.rels><?xml version="1.0" encoding="UTF-8" standalone="yes"?>
<Relationships xmlns="http://schemas.openxmlformats.org/package/2006/relationships"><Relationship Id="rId2" Type="http://schemas.openxmlformats.org/officeDocument/2006/relationships/chart" Target="../charts/chart44.xml"/><Relationship Id="rId1" Type="http://schemas.openxmlformats.org/officeDocument/2006/relationships/slideLayout" Target="../slideLayouts/slideLayout2.xml"/></Relationships>
</file>

<file path=ppt/slides/_rels/slide97.xml.rels><?xml version="1.0" encoding="UTF-8" standalone="yes"?>
<Relationships xmlns="http://schemas.openxmlformats.org/package/2006/relationships"><Relationship Id="rId2" Type="http://schemas.openxmlformats.org/officeDocument/2006/relationships/chart" Target="../charts/chart45.xml"/><Relationship Id="rId1" Type="http://schemas.openxmlformats.org/officeDocument/2006/relationships/slideLayout" Target="../slideLayouts/slideLayout2.xml"/></Relationships>
</file>

<file path=ppt/slides/_rels/slide98.xml.rels><?xml version="1.0" encoding="UTF-8" standalone="yes"?>
<Relationships xmlns="http://schemas.openxmlformats.org/package/2006/relationships"><Relationship Id="rId2" Type="http://schemas.openxmlformats.org/officeDocument/2006/relationships/chart" Target="../charts/chart46.xml"/><Relationship Id="rId1" Type="http://schemas.openxmlformats.org/officeDocument/2006/relationships/slideLayout" Target="../slideLayouts/slideLayout2.xml"/></Relationships>
</file>

<file path=ppt/slides/_rels/slide99.xml.rels><?xml version="1.0" encoding="UTF-8" standalone="yes"?>
<Relationships xmlns="http://schemas.openxmlformats.org/package/2006/relationships"><Relationship Id="rId2" Type="http://schemas.openxmlformats.org/officeDocument/2006/relationships/chart" Target="../charts/chart47.xml"/><Relationship Id="rId1" Type="http://schemas.openxmlformats.org/officeDocument/2006/relationships/slideLayout" Target="../slideLayouts/slideLayout2.xml"/></Relationships>
</file>

<file path=ppt/slides/_rels/slide100.xml.rels><?xml version="1.0" encoding="UTF-8" standalone="yes"?>
<Relationships xmlns="http://schemas.openxmlformats.org/package/2006/relationships"><Relationship Id="rId2" Type="http://schemas.openxmlformats.org/officeDocument/2006/relationships/chart" Target="../charts/chart48.xml"/><Relationship Id="rId1" Type="http://schemas.openxmlformats.org/officeDocument/2006/relationships/slideLayout" Target="../slideLayouts/slideLayout2.xml"/></Relationships>
</file>

<file path=ppt/slides/_rels/slide101.xml.rels><?xml version="1.0" encoding="UTF-8" standalone="yes"?>
<Relationships xmlns="http://schemas.openxmlformats.org/package/2006/relationships"><Relationship Id="rId2" Type="http://schemas.openxmlformats.org/officeDocument/2006/relationships/chart" Target="../charts/chart49.xml"/><Relationship Id="rId1" Type="http://schemas.openxmlformats.org/officeDocument/2006/relationships/slideLayout" Target="../slideLayouts/slideLayout2.xml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chart" Target="../charts/chart50.xml"/><Relationship Id="rId1" Type="http://schemas.openxmlformats.org/officeDocument/2006/relationships/slideLayout" Target="../slideLayouts/slideLayout2.xml"/></Relationships>
</file>

<file path=ppt/slides/_rels/slide103.xml.rels><?xml version="1.0" encoding="UTF-8" standalone="yes"?>
<Relationships xmlns="http://schemas.openxmlformats.org/package/2006/relationships"><Relationship Id="rId2" Type="http://schemas.openxmlformats.org/officeDocument/2006/relationships/chart" Target="../charts/chart51.xml"/><Relationship Id="rId1" Type="http://schemas.openxmlformats.org/officeDocument/2006/relationships/slideLayout" Target="../slideLayouts/slideLayout2.xml"/></Relationships>
</file>

<file path=ppt/slides/_rels/slide104.xml.rels><?xml version="1.0" encoding="UTF-8" standalone="yes"?>
<Relationships xmlns="http://schemas.openxmlformats.org/package/2006/relationships"><Relationship Id="rId2" Type="http://schemas.openxmlformats.org/officeDocument/2006/relationships/chart" Target="../charts/chart52.xml"/><Relationship Id="rId1" Type="http://schemas.openxmlformats.org/officeDocument/2006/relationships/slideLayout" Target="../slideLayouts/slideLayout2.xml"/></Relationships>
</file>

<file path=ppt/slides/_rels/slide105.xml.rels><?xml version="1.0" encoding="UTF-8" standalone="yes"?>
<Relationships xmlns="http://schemas.openxmlformats.org/package/2006/relationships"><Relationship Id="rId2" Type="http://schemas.openxmlformats.org/officeDocument/2006/relationships/chart" Target="../charts/chart53.xml"/><Relationship Id="rId1" Type="http://schemas.openxmlformats.org/officeDocument/2006/relationships/slideLayout" Target="../slideLayouts/slideLayout2.xml"/></Relationships>
</file>

<file path=ppt/slides/_rels/slide106.xml.rels><?xml version="1.0" encoding="UTF-8" standalone="yes"?>
<Relationships xmlns="http://schemas.openxmlformats.org/package/2006/relationships"><Relationship Id="rId2" Type="http://schemas.openxmlformats.org/officeDocument/2006/relationships/chart" Target="../charts/chart54.xml"/><Relationship Id="rId1" Type="http://schemas.openxmlformats.org/officeDocument/2006/relationships/slideLayout" Target="../slideLayouts/slideLayout2.xml"/></Relationships>
</file>

<file path=ppt/slides/_rels/slide107.xml.rels><?xml version="1.0" encoding="UTF-8" standalone="yes"?>
<Relationships xmlns="http://schemas.openxmlformats.org/package/2006/relationships"><Relationship Id="rId2" Type="http://schemas.openxmlformats.org/officeDocument/2006/relationships/chart" Target="../charts/chart55.xml"/><Relationship Id="rId1" Type="http://schemas.openxmlformats.org/officeDocument/2006/relationships/slideLayout" Target="../slideLayouts/slideLayout2.xml"/></Relationships>
</file>

<file path=ppt/slides/_rels/slide108.xml.rels><?xml version="1.0" encoding="UTF-8" standalone="yes"?>
<Relationships xmlns="http://schemas.openxmlformats.org/package/2006/relationships"><Relationship Id="rId2" Type="http://schemas.openxmlformats.org/officeDocument/2006/relationships/chart" Target="../charts/chart56.xml"/><Relationship Id="rId1" Type="http://schemas.openxmlformats.org/officeDocument/2006/relationships/slideLayout" Target="../slideLayouts/slideLayout2.xml"/></Relationships>
</file>

<file path=ppt/slides/_rels/slide109.xml.rels><?xml version="1.0" encoding="UTF-8" standalone="yes"?>
<Relationships xmlns="http://schemas.openxmlformats.org/package/2006/relationships"><Relationship Id="rId2" Type="http://schemas.openxmlformats.org/officeDocument/2006/relationships/chart" Target="../charts/chart57.xml"/><Relationship Id="rId1" Type="http://schemas.openxmlformats.org/officeDocument/2006/relationships/slideLayout" Target="../slideLayouts/slideLayout2.xml"/></Relationships>
</file>

<file path=ppt/slides/_rels/slide110.xml.rels><?xml version="1.0" encoding="UTF-8" standalone="yes"?>
<Relationships xmlns="http://schemas.openxmlformats.org/package/2006/relationships"><Relationship Id="rId2" Type="http://schemas.openxmlformats.org/officeDocument/2006/relationships/chart" Target="../charts/chart58.xml"/><Relationship Id="rId1" Type="http://schemas.openxmlformats.org/officeDocument/2006/relationships/slideLayout" Target="../slideLayouts/slideLayout2.xml"/></Relationships>
</file>

<file path=ppt/slides/_rels/slide111.xml.rels><?xml version="1.0" encoding="UTF-8" standalone="yes"?>
<Relationships xmlns="http://schemas.openxmlformats.org/package/2006/relationships"><Relationship Id="rId2" Type="http://schemas.openxmlformats.org/officeDocument/2006/relationships/chart" Target="../charts/chart59.xml"/><Relationship Id="rId1" Type="http://schemas.openxmlformats.org/officeDocument/2006/relationships/slideLayout" Target="../slideLayouts/slideLayout2.xml"/></Relationships>
</file>

<file path=ppt/slides/_rels/slide112.xml.rels><?xml version="1.0" encoding="UTF-8" standalone="yes"?>
<Relationships xmlns="http://schemas.openxmlformats.org/package/2006/relationships"><Relationship Id="rId2" Type="http://schemas.openxmlformats.org/officeDocument/2006/relationships/chart" Target="../charts/chart60.xml"/><Relationship Id="rId1" Type="http://schemas.openxmlformats.org/officeDocument/2006/relationships/slideLayout" Target="../slideLayouts/slideLayout2.xml"/></Relationships>
</file>

<file path=ppt/slides/_rels/slide113.xml.rels><?xml version="1.0" encoding="UTF-8" standalone="yes"?>
<Relationships xmlns="http://schemas.openxmlformats.org/package/2006/relationships"><Relationship Id="rId2" Type="http://schemas.openxmlformats.org/officeDocument/2006/relationships/chart" Target="../charts/chart61.xml"/><Relationship Id="rId1" Type="http://schemas.openxmlformats.org/officeDocument/2006/relationships/slideLayout" Target="../slideLayouts/slideLayout2.xml"/></Relationships>
</file>

<file path=ppt/slides/_rels/slide114.xml.rels><?xml version="1.0" encoding="UTF-8" standalone="yes"?>
<Relationships xmlns="http://schemas.openxmlformats.org/package/2006/relationships"><Relationship Id="rId2" Type="http://schemas.openxmlformats.org/officeDocument/2006/relationships/chart" Target="../charts/chart62.xml"/><Relationship Id="rId1" Type="http://schemas.openxmlformats.org/officeDocument/2006/relationships/slideLayout" Target="../slideLayouts/slideLayout2.xml"/></Relationships>
</file>

<file path=ppt/slides/_rels/slide115.xml.rels><?xml version="1.0" encoding="UTF-8" standalone="yes"?>
<Relationships xmlns="http://schemas.openxmlformats.org/package/2006/relationships"><Relationship Id="rId2" Type="http://schemas.openxmlformats.org/officeDocument/2006/relationships/chart" Target="../charts/chart63.xml"/><Relationship Id="rId1" Type="http://schemas.openxmlformats.org/officeDocument/2006/relationships/slideLayout" Target="../slideLayouts/slideLayout2.xml"/></Relationships>
</file>

<file path=ppt/slides/_rels/slide116.xml.rels><?xml version="1.0" encoding="UTF-8" standalone="yes"?>
<Relationships xmlns="http://schemas.openxmlformats.org/package/2006/relationships"><Relationship Id="rId2" Type="http://schemas.openxmlformats.org/officeDocument/2006/relationships/chart" Target="../charts/chart64.xml"/><Relationship Id="rId1" Type="http://schemas.openxmlformats.org/officeDocument/2006/relationships/slideLayout" Target="../slideLayouts/slideLayout2.xml"/></Relationships>
</file>

<file path=ppt/slides/_rels/slide117.xml.rels><?xml version="1.0" encoding="UTF-8" standalone="yes"?>
<Relationships xmlns="http://schemas.openxmlformats.org/package/2006/relationships"><Relationship Id="rId2" Type="http://schemas.openxmlformats.org/officeDocument/2006/relationships/chart" Target="../charts/chart65.xml"/><Relationship Id="rId1" Type="http://schemas.openxmlformats.org/officeDocument/2006/relationships/slideLayout" Target="../slideLayouts/slideLayout2.xml"/></Relationships>
</file>

<file path=ppt/slides/_rels/slide118.xml.rels><?xml version="1.0" encoding="UTF-8" standalone="yes"?>
<Relationships xmlns="http://schemas.openxmlformats.org/package/2006/relationships"><Relationship Id="rId2" Type="http://schemas.openxmlformats.org/officeDocument/2006/relationships/chart" Target="../charts/chart66.xml"/><Relationship Id="rId1" Type="http://schemas.openxmlformats.org/officeDocument/2006/relationships/slideLayout" Target="../slideLayouts/slideLayout2.xml"/></Relationships>
</file>

<file path=ppt/slides/_rels/slide119.xml.rels><?xml version="1.0" encoding="UTF-8" standalone="yes"?>
<Relationships xmlns="http://schemas.openxmlformats.org/package/2006/relationships"><Relationship Id="rId2" Type="http://schemas.openxmlformats.org/officeDocument/2006/relationships/chart" Target="../charts/chart67.xml"/><Relationship Id="rId1" Type="http://schemas.openxmlformats.org/officeDocument/2006/relationships/slideLayout" Target="../slideLayouts/slideLayout2.xml"/></Relationships>
</file>

<file path=ppt/slides/_rels/slide120.xml.rels><?xml version="1.0" encoding="UTF-8" standalone="yes"?>
<Relationships xmlns="http://schemas.openxmlformats.org/package/2006/relationships"><Relationship Id="rId2" Type="http://schemas.openxmlformats.org/officeDocument/2006/relationships/chart" Target="../charts/chart68.xml"/><Relationship Id="rId1" Type="http://schemas.openxmlformats.org/officeDocument/2006/relationships/slideLayout" Target="../slideLayouts/slideLayout2.xml"/></Relationships>
</file>

<file path=ppt/slides/_rels/slide121.xml.rels><?xml version="1.0" encoding="UTF-8" standalone="yes"?>
<Relationships xmlns="http://schemas.openxmlformats.org/package/2006/relationships"><Relationship Id="rId2" Type="http://schemas.openxmlformats.org/officeDocument/2006/relationships/chart" Target="../charts/chart69.xml"/><Relationship Id="rId1" Type="http://schemas.openxmlformats.org/officeDocument/2006/relationships/slideLayout" Target="../slideLayouts/slideLayout2.xml"/></Relationships>
</file>

<file path=ppt/slides/_rels/slide122.xml.rels><?xml version="1.0" encoding="UTF-8" standalone="yes"?>
<Relationships xmlns="http://schemas.openxmlformats.org/package/2006/relationships"><Relationship Id="rId2" Type="http://schemas.openxmlformats.org/officeDocument/2006/relationships/chart" Target="../charts/chart70.xml"/><Relationship Id="rId1" Type="http://schemas.openxmlformats.org/officeDocument/2006/relationships/slideLayout" Target="../slideLayouts/slideLayout2.xml"/></Relationships>
</file>

<file path=ppt/slides/_rels/slide123.xml.rels><?xml version="1.0" encoding="UTF-8" standalone="yes"?>
<Relationships xmlns="http://schemas.openxmlformats.org/package/2006/relationships"><Relationship Id="rId2" Type="http://schemas.openxmlformats.org/officeDocument/2006/relationships/chart" Target="../charts/chart71.xml"/><Relationship Id="rId1" Type="http://schemas.openxmlformats.org/officeDocument/2006/relationships/slideLayout" Target="../slideLayouts/slideLayout2.xml"/></Relationships>
</file>

<file path=ppt/slides/_rels/slide124.xml.rels><?xml version="1.0" encoding="UTF-8" standalone="yes"?>
<Relationships xmlns="http://schemas.openxmlformats.org/package/2006/relationships"><Relationship Id="rId2" Type="http://schemas.openxmlformats.org/officeDocument/2006/relationships/chart" Target="../charts/chart72.xml"/><Relationship Id="rId1" Type="http://schemas.openxmlformats.org/officeDocument/2006/relationships/slideLayout" Target="../slideLayouts/slideLayout2.xml"/></Relationships>
</file>

<file path=ppt/slides/_rels/slide125.xml.rels><?xml version="1.0" encoding="UTF-8" standalone="yes"?>
<Relationships xmlns="http://schemas.openxmlformats.org/package/2006/relationships"><Relationship Id="rId2" Type="http://schemas.openxmlformats.org/officeDocument/2006/relationships/chart" Target="../charts/chart73.xml"/><Relationship Id="rId1" Type="http://schemas.openxmlformats.org/officeDocument/2006/relationships/slideLayout" Target="../slideLayouts/slideLayout2.xml"/></Relationships>
</file>

<file path=ppt/slides/_rels/slide126.xml.rels><?xml version="1.0" encoding="UTF-8" standalone="yes"?>
<Relationships xmlns="http://schemas.openxmlformats.org/package/2006/relationships"><Relationship Id="rId2" Type="http://schemas.openxmlformats.org/officeDocument/2006/relationships/chart" Target="../charts/chart74.xml"/><Relationship Id="rId1" Type="http://schemas.openxmlformats.org/officeDocument/2006/relationships/slideLayout" Target="../slideLayouts/slideLayout2.xml"/></Relationships>
</file>

<file path=ppt/slides/_rels/slide127.xml.rels><?xml version="1.0" encoding="UTF-8" standalone="yes"?>
<Relationships xmlns="http://schemas.openxmlformats.org/package/2006/relationships"><Relationship Id="rId2" Type="http://schemas.openxmlformats.org/officeDocument/2006/relationships/chart" Target="../charts/chart75.xml"/><Relationship Id="rId1" Type="http://schemas.openxmlformats.org/officeDocument/2006/relationships/slideLayout" Target="../slideLayouts/slideLayout2.xml"/></Relationships>
</file>

<file path=ppt/slides/_rels/slide128.xml.rels><?xml version="1.0" encoding="UTF-8" standalone="yes"?>
<Relationships xmlns="http://schemas.openxmlformats.org/package/2006/relationships"><Relationship Id="rId2" Type="http://schemas.openxmlformats.org/officeDocument/2006/relationships/chart" Target="../charts/chart76.xml"/><Relationship Id="rId1" Type="http://schemas.openxmlformats.org/officeDocument/2006/relationships/slideLayout" Target="../slideLayouts/slideLayout2.xml"/></Relationships>
</file>

<file path=ppt/slides/_rels/slide129.xml.rels><?xml version="1.0" encoding="UTF-8" standalone="yes"?>
<Relationships xmlns="http://schemas.openxmlformats.org/package/2006/relationships"><Relationship Id="rId2" Type="http://schemas.openxmlformats.org/officeDocument/2006/relationships/chart" Target="../charts/chart77.xml"/><Relationship Id="rId1" Type="http://schemas.openxmlformats.org/officeDocument/2006/relationships/slideLayout" Target="../slideLayouts/slideLayout2.xml"/></Relationships>
</file>

<file path=ppt/slides/_rels/slide130.xml.rels><?xml version="1.0" encoding="UTF-8" standalone="yes"?>
<Relationships xmlns="http://schemas.openxmlformats.org/package/2006/relationships"><Relationship Id="rId2" Type="http://schemas.openxmlformats.org/officeDocument/2006/relationships/chart" Target="../charts/chart78.xml"/><Relationship Id="rId1" Type="http://schemas.openxmlformats.org/officeDocument/2006/relationships/slideLayout" Target="../slideLayouts/slideLayout2.xml"/></Relationships>
</file>

<file path=ppt/slides/_rels/slide131.xml.rels><?xml version="1.0" encoding="UTF-8" standalone="yes"?>
<Relationships xmlns="http://schemas.openxmlformats.org/package/2006/relationships"><Relationship Id="rId2" Type="http://schemas.openxmlformats.org/officeDocument/2006/relationships/chart" Target="../charts/chart79.xml"/><Relationship Id="rId1" Type="http://schemas.openxmlformats.org/officeDocument/2006/relationships/slideLayout" Target="../slideLayouts/slideLayout2.xml"/></Relationships>
</file>

<file path=ppt/slides/_rels/slide132.xml.rels><?xml version="1.0" encoding="UTF-8" standalone="yes"?>
<Relationships xmlns="http://schemas.openxmlformats.org/package/2006/relationships"><Relationship Id="rId2" Type="http://schemas.openxmlformats.org/officeDocument/2006/relationships/chart" Target="../charts/chart80.xml"/><Relationship Id="rId1" Type="http://schemas.openxmlformats.org/officeDocument/2006/relationships/slideLayout" Target="../slideLayouts/slideLayout2.xml"/></Relationships>
</file>

<file path=ppt/slides/_rels/slide133.xml.rels><?xml version="1.0" encoding="UTF-8" standalone="yes"?>
<Relationships xmlns="http://schemas.openxmlformats.org/package/2006/relationships"><Relationship Id="rId2" Type="http://schemas.openxmlformats.org/officeDocument/2006/relationships/chart" Target="../charts/chart81.xml"/><Relationship Id="rId1" Type="http://schemas.openxmlformats.org/officeDocument/2006/relationships/slideLayout" Target="../slideLayouts/slideLayout2.xml"/></Relationships>
</file>

<file path=ppt/slides/_rels/slide134.xml.rels><?xml version="1.0" encoding="UTF-8" standalone="yes"?>
<Relationships xmlns="http://schemas.openxmlformats.org/package/2006/relationships"><Relationship Id="rId2" Type="http://schemas.openxmlformats.org/officeDocument/2006/relationships/chart" Target="../charts/chart82.xml"/><Relationship Id="rId1" Type="http://schemas.openxmlformats.org/officeDocument/2006/relationships/slideLayout" Target="../slideLayouts/slideLayout2.xml"/></Relationships>
</file>

<file path=ppt/slides/_rels/slide135.xml.rels><?xml version="1.0" encoding="UTF-8" standalone="yes"?>
<Relationships xmlns="http://schemas.openxmlformats.org/package/2006/relationships"><Relationship Id="rId2" Type="http://schemas.openxmlformats.org/officeDocument/2006/relationships/chart" Target="../charts/chart83.xml"/><Relationship Id="rId1" Type="http://schemas.openxmlformats.org/officeDocument/2006/relationships/slideLayout" Target="../slideLayouts/slideLayout2.xml"/></Relationships>
</file>

<file path=ppt/slides/_rels/slide136.xml.rels><?xml version="1.0" encoding="UTF-8" standalone="yes"?>
<Relationships xmlns="http://schemas.openxmlformats.org/package/2006/relationships"><Relationship Id="rId2" Type="http://schemas.openxmlformats.org/officeDocument/2006/relationships/chart" Target="../charts/chart84.xml"/><Relationship Id="rId1" Type="http://schemas.openxmlformats.org/officeDocument/2006/relationships/slideLayout" Target="../slideLayouts/slideLayout2.xml"/></Relationships>
</file>

<file path=ppt/slides/_rels/slide1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2.xml"/></Relationships>
</file>

<file path=ppt/slides/_rels/slide1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2.xml"/></Relationships>
</file>

<file path=ppt/slides/_rels/slide1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rgbClr val="002060"/>
            </a:gs>
            <a:gs pos="74000">
              <a:schemeClr val="accent1">
                <a:lumMod val="45000"/>
                <a:lumOff val="55000"/>
              </a:schemeClr>
            </a:gs>
            <a:gs pos="83000">
              <a:schemeClr val="accent1">
                <a:lumMod val="45000"/>
                <a:lumOff val="55000"/>
              </a:schemeClr>
            </a:gs>
            <a:gs pos="100000">
              <a:schemeClr val="accent1">
                <a:lumMod val="30000"/>
                <a:lumOff val="70000"/>
              </a:schemeClr>
            </a:gs>
          </a:gsLst>
          <a:lin ang="5400000" scaled="1"/>
        </a:gra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8FE65C94-41EC-83F9-7C51-D1159A1D779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1456988E-203D-8C06-EC5D-E10E5A7A1439}"/>
              </a:ext>
            </a:extLst>
          </p:cNvPr>
          <p:cNvSpPr/>
          <p:nvPr/>
        </p:nvSpPr>
        <p:spPr>
          <a:xfrm>
            <a:off x="57150" y="57150"/>
            <a:ext cx="12066270" cy="674274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pic>
        <p:nvPicPr>
          <p:cNvPr id="15" name="Picture 2">
            <a:extLst>
              <a:ext uri="{FF2B5EF4-FFF2-40B4-BE49-F238E27FC236}">
                <a16:creationId xmlns:a16="http://schemas.microsoft.com/office/drawing/2014/main" id="{3B7E0C0A-2229-88D9-5548-E02EEB913BD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 bwMode="auto">
          <a:xfrm>
            <a:off x="7155180" y="41529"/>
            <a:ext cx="4970077" cy="674274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6" name="TextBox 15">
            <a:extLst>
              <a:ext uri="{FF2B5EF4-FFF2-40B4-BE49-F238E27FC236}">
                <a16:creationId xmlns:a16="http://schemas.microsoft.com/office/drawing/2014/main" id="{96038D42-3E6D-322D-F689-35B2E759E540}"/>
              </a:ext>
            </a:extLst>
          </p:cNvPr>
          <p:cNvSpPr txBox="1"/>
          <p:nvPr/>
        </p:nvSpPr>
        <p:spPr>
          <a:xfrm>
            <a:off x="365117" y="1444064"/>
            <a:ext cx="6658997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masis MT Pro Medium" panose="02040604050005020304" pitchFamily="18" charset="0"/>
                <a:ea typeface="+mn-ea"/>
                <a:cs typeface="+mn-cs"/>
              </a:rPr>
              <a:t>WB OP Daily Trends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05C039AB-96E3-793D-0BDC-04520CA0A34D}"/>
              </a:ext>
            </a:extLst>
          </p:cNvPr>
          <p:cNvSpPr/>
          <p:nvPr/>
        </p:nvSpPr>
        <p:spPr>
          <a:xfrm>
            <a:off x="1045552" y="3732332"/>
            <a:ext cx="5417853" cy="269190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SUBMITTED BY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 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CONVERGENT VIEW RESEARCH &amp; CONSULTANCY PVT LTD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C-229-, 2nd floor, Tower C, BHA Millennium Tower Road,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Bhutani Cyber Park, Sector 62, Noida- 201309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Phone-</a:t>
            </a: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 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+91 120 492 0622 |</a:t>
            </a: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Website: </a:t>
            </a:r>
            <a:r>
              <a:rPr kumimoji="0" lang="en-US" sz="1400" b="0" i="0" u="sng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MS Mincho" panose="02020609040205080304" pitchFamily="49" charset="-128"/>
                <a:cs typeface="Calibri" panose="020F0502020204030204" pitchFamily="34" charset="0"/>
              </a:rPr>
              <a:t>https://convergentview.com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pic>
        <p:nvPicPr>
          <p:cNvPr id="18" name="Picture 17">
            <a:extLst>
              <a:ext uri="{FF2B5EF4-FFF2-40B4-BE49-F238E27FC236}">
                <a16:creationId xmlns:a16="http://schemas.microsoft.com/office/drawing/2014/main" id="{5DE2226A-B111-E8E4-0784-F450516CFEA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720516" y="4136655"/>
            <a:ext cx="1948201" cy="941630"/>
          </a:xfrm>
          <a:prstGeom prst="rect">
            <a:avLst/>
          </a:prstGeom>
          <a:solidFill>
            <a:schemeClr val="bg1"/>
          </a:solidFill>
        </p:spPr>
      </p:pic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76D920F-3AA6-9630-F33A-E2EA0B73EEF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01E19F14-BC59-249E-1E8F-1AD2E5D8249A}"/>
              </a:ext>
            </a:extLst>
          </p:cNvPr>
          <p:cNvSpPr txBox="1"/>
          <p:nvPr/>
        </p:nvSpPr>
        <p:spPr>
          <a:xfrm>
            <a:off x="1650683" y="2606036"/>
            <a:ext cx="41533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Reporting Date:</a:t>
            </a:r>
          </a:p>
        </p:txBody>
      </p:sp>
    </p:spTree>
    <p:extLst>
      <p:ext uri="{BB962C8B-B14F-4D97-AF65-F5344CB8AC3E}">
        <p14:creationId xmlns:p14="http://schemas.microsoft.com/office/powerpoint/2010/main" val="1932111771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2192884-9E51-3769-77B8-1964343BB86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C9A0FD3-72F0-B3A9-A391-D4D6DA0CAF3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794760" y="193675"/>
            <a:ext cx="4602480" cy="640715"/>
          </a:xfrm>
        </p:spPr>
        <p:txBody>
          <a:bodyPr>
            <a:normAutofit fontScale="90000"/>
          </a:bodyPr>
          <a:lstStyle/>
          <a:p>
            <a:pPr algn="ctr"/>
            <a:r>
              <a:rPr lang="en-IN" dirty="0">
                <a:ea typeface="Calibri" panose="020F0502020204030204" pitchFamily="34" charset="0"/>
                <a:cs typeface="Calibri" panose="020F0502020204030204" pitchFamily="34" charset="0"/>
              </a:rPr>
              <a:t>Introduction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8C96D29-12BC-CC3A-A9D8-BE8BC9F9E0A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graphicFrame>
        <p:nvGraphicFramePr>
          <p:cNvPr id="3" name="object 6">
            <a:extLst>
              <a:ext uri="{FF2B5EF4-FFF2-40B4-BE49-F238E27FC236}">
                <a16:creationId xmlns:a16="http://schemas.microsoft.com/office/drawing/2014/main" id="{EBCB94AD-373C-1567-CD50-F6C7A1EF6FE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55133898"/>
              </p:ext>
            </p:extLst>
          </p:nvPr>
        </p:nvGraphicFramePr>
        <p:xfrm>
          <a:off x="3090125" y="1052244"/>
          <a:ext cx="5801359" cy="3202305"/>
        </p:xfrm>
        <a:graphic>
          <a:graphicData uri="http://schemas.openxmlformats.org/drawingml/2006/table">
            <a:tbl>
              <a:tblPr firstRow="1" bandRow="1">
                <a:tableStyleId>{912C8C85-51F0-491E-9774-3900AFEF0FD7}</a:tableStyleId>
              </a:tblPr>
              <a:tblGrid>
                <a:gridCol w="3682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189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0830">
                <a:tc>
                  <a:txBody>
                    <a:bodyPr/>
                    <a:lstStyle/>
                    <a:p>
                      <a:pPr algn="l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800" b="1" spc="40" dirty="0">
                          <a:solidFill>
                            <a:srgbClr val="FFFFFF"/>
                          </a:solidFill>
                          <a:latin typeface="+mj-lt"/>
                        </a:rPr>
                        <a:t>Particulars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4290" marB="0"/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800" b="1" spc="45" dirty="0">
                          <a:solidFill>
                            <a:srgbClr val="FFFFFF"/>
                          </a:solidFill>
                          <a:latin typeface="+mj-lt"/>
                        </a:rPr>
                        <a:t>Details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429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</a:rPr>
                        <a:t>Sample</a:t>
                      </a:r>
                      <a:r>
                        <a:rPr sz="1800" spc="45" dirty="0">
                          <a:latin typeface="+mj-lt"/>
                        </a:rPr>
                        <a:t> </a:t>
                      </a:r>
                      <a:r>
                        <a:rPr sz="1800" b="1" spc="-10" dirty="0">
                          <a:latin typeface="+mj-lt"/>
                        </a:rPr>
                        <a:t>covered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marR="44450" algn="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49,113</a:t>
                      </a:r>
                    </a:p>
                  </a:txBody>
                  <a:tcPr marL="0" marR="0" marT="37465" marB="0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</a:rPr>
                        <a:t>Incumbent</a:t>
                      </a:r>
                      <a:r>
                        <a:rPr sz="1800" spc="70" dirty="0">
                          <a:latin typeface="+mj-lt"/>
                        </a:rPr>
                        <a:t> </a:t>
                      </a:r>
                      <a:r>
                        <a:rPr sz="1800" b="1" spc="-10" dirty="0">
                          <a:latin typeface="+mj-lt"/>
                        </a:rPr>
                        <a:t>party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marR="44450" algn="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AITC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</a:rPr>
                        <a:t>Zones</a:t>
                      </a:r>
                      <a:r>
                        <a:rPr sz="1800" spc="40" dirty="0">
                          <a:latin typeface="+mj-lt"/>
                        </a:rPr>
                        <a:t> </a:t>
                      </a:r>
                      <a:r>
                        <a:rPr sz="1800" b="1" spc="-10" dirty="0">
                          <a:latin typeface="+mj-lt"/>
                        </a:rPr>
                        <a:t>Covered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marR="44450" algn="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5/5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</a:rPr>
                        <a:t>Presentation</a:t>
                      </a:r>
                      <a:r>
                        <a:rPr sz="1800" spc="155" dirty="0">
                          <a:latin typeface="+mj-lt"/>
                        </a:rPr>
                        <a:t> </a:t>
                      </a:r>
                      <a:r>
                        <a:rPr sz="1800" b="1" spc="-20" dirty="0">
                          <a:latin typeface="+mj-lt"/>
                        </a:rPr>
                        <a:t>Date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marR="44450" algn="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</a:t>
                      </a:r>
                      <a:r>
                        <a:rPr lang="en-IN" sz="1800" baseline="300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th</a:t>
                      </a:r>
                      <a:r>
                        <a:rPr lang="en-IN" sz="18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November 2025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</a:rPr>
                        <a:t>Total</a:t>
                      </a:r>
                      <a:r>
                        <a:rPr sz="1800" spc="40" dirty="0">
                          <a:latin typeface="+mj-lt"/>
                        </a:rPr>
                        <a:t> </a:t>
                      </a:r>
                      <a:r>
                        <a:rPr sz="1800" b="1" dirty="0">
                          <a:latin typeface="+mj-lt"/>
                        </a:rPr>
                        <a:t>Sample</a:t>
                      </a:r>
                      <a:r>
                        <a:rPr sz="1800" spc="40" dirty="0">
                          <a:latin typeface="+mj-lt"/>
                        </a:rPr>
                        <a:t> </a:t>
                      </a:r>
                      <a:r>
                        <a:rPr sz="1800" b="1" dirty="0">
                          <a:latin typeface="+mj-lt"/>
                        </a:rPr>
                        <a:t>conducted</a:t>
                      </a:r>
                      <a:r>
                        <a:rPr sz="1800" spc="40" dirty="0">
                          <a:latin typeface="+mj-lt"/>
                        </a:rPr>
                        <a:t> </a:t>
                      </a:r>
                      <a:r>
                        <a:rPr sz="1800" b="1" spc="-10" dirty="0">
                          <a:latin typeface="+mj-lt"/>
                        </a:rPr>
                        <a:t>Daily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marR="44450" algn="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3,500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</a:rPr>
                        <a:t>Total</a:t>
                      </a:r>
                      <a:r>
                        <a:rPr sz="1800" spc="20" dirty="0">
                          <a:latin typeface="+mj-lt"/>
                        </a:rPr>
                        <a:t> </a:t>
                      </a:r>
                      <a:r>
                        <a:rPr sz="1800" b="1" dirty="0">
                          <a:latin typeface="+mj-lt"/>
                        </a:rPr>
                        <a:t>Male</a:t>
                      </a:r>
                      <a:r>
                        <a:rPr sz="1800" spc="20" dirty="0">
                          <a:latin typeface="+mj-lt"/>
                        </a:rPr>
                        <a:t> </a:t>
                      </a:r>
                      <a:r>
                        <a:rPr sz="1800" b="1" spc="-10" dirty="0">
                          <a:latin typeface="+mj-lt"/>
                        </a:rPr>
                        <a:t>Sample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35,215</a:t>
                      </a:r>
                    </a:p>
                  </a:txBody>
                  <a:tcPr marL="6350" marR="6350" marT="6350" marB="0" anchor="ctr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</a:rPr>
                        <a:t>Total</a:t>
                      </a:r>
                      <a:r>
                        <a:rPr sz="1800" spc="45" dirty="0">
                          <a:latin typeface="+mj-lt"/>
                        </a:rPr>
                        <a:t> </a:t>
                      </a:r>
                      <a:r>
                        <a:rPr sz="1800" b="1" dirty="0">
                          <a:latin typeface="+mj-lt"/>
                        </a:rPr>
                        <a:t>Female</a:t>
                      </a:r>
                      <a:r>
                        <a:rPr sz="1800" spc="50" dirty="0">
                          <a:latin typeface="+mj-lt"/>
                        </a:rPr>
                        <a:t> </a:t>
                      </a:r>
                      <a:r>
                        <a:rPr sz="1800" b="1" spc="-10" dirty="0">
                          <a:latin typeface="+mj-lt"/>
                        </a:rPr>
                        <a:t>Sample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13,899</a:t>
                      </a:r>
                    </a:p>
                  </a:txBody>
                  <a:tcPr marL="6350" marR="6350" marT="6350" marB="0" anchor="ctr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F2F Sample</a:t>
                      </a:r>
                      <a:endParaRPr sz="1800" b="1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 fontAlgn="ctr">
                        <a:buNone/>
                      </a:pP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27,554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730962147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CATI Sample</a:t>
                      </a:r>
                      <a:endParaRPr sz="1800" b="1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21,560</a:t>
                      </a:r>
                      <a:endParaRPr lang="en-IN" sz="18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199413941"/>
                  </a:ext>
                </a:extLst>
              </a:tr>
            </a:tbl>
          </a:graphicData>
        </a:graphic>
      </p:graphicFrame>
      <p:sp>
        <p:nvSpPr>
          <p:cNvPr id="6" name="object 10">
            <a:extLst>
              <a:ext uri="{FF2B5EF4-FFF2-40B4-BE49-F238E27FC236}">
                <a16:creationId xmlns:a16="http://schemas.microsoft.com/office/drawing/2014/main" id="{966E723A-B37F-5A82-E75F-DA53432B4EB2}"/>
              </a:ext>
            </a:extLst>
          </p:cNvPr>
          <p:cNvSpPr txBox="1"/>
          <p:nvPr/>
        </p:nvSpPr>
        <p:spPr>
          <a:xfrm>
            <a:off x="709612" y="4349263"/>
            <a:ext cx="11482388" cy="1670586"/>
          </a:xfrm>
          <a:prstGeom prst="rect">
            <a:avLst/>
          </a:prstGeom>
          <a:ln w="19050">
            <a:noFill/>
          </a:ln>
        </p:spPr>
        <p:txBody>
          <a:bodyPr vert="horz" wrap="square" lIns="0" tIns="144780" rIns="0" bIns="0" rtlCol="0">
            <a:spAutoFit/>
          </a:bodyPr>
          <a:lstStyle/>
          <a:p>
            <a:pPr marL="676275" marR="585470" lvl="0" indent="-285750" algn="l" defTabSz="914400" rtl="0" eaLnBrk="1" fontAlgn="auto" latinLnBrk="0" hangingPunct="1">
              <a:lnSpc>
                <a:spcPct val="1106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sz="1800" b="0" i="0" u="none" strike="noStrike" kern="1200" cap="none" spc="5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800" b="0" i="0" u="none" strike="noStrike" kern="1200" cap="none" spc="2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kumimoji="0" sz="1800" b="0" i="0" u="none" strike="noStrike" kern="1200" cap="none" spc="24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800" b="0" i="0" u="none" strike="noStrike" kern="1200" cap="none" spc="24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800" b="0" i="0" u="none" strike="noStrike" kern="1200" cap="none" spc="2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the</a:t>
            </a:r>
            <a:r>
              <a:rPr kumimoji="0" sz="1800" b="0" i="0" u="none" strike="noStrike" kern="1200" cap="none" spc="24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pc="10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 or district level using gender, religion and 2021 AE vote shares for normalisation</a:t>
            </a:r>
          </a:p>
          <a:p>
            <a:pPr marL="676275" marR="585470" lvl="0" indent="-285750" algn="l" defTabSz="914400" rtl="0" eaLnBrk="1" fontAlgn="auto" latinLnBrk="0" hangingPunct="1">
              <a:lnSpc>
                <a:spcPct val="1106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sz="1800" b="0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Sample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size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liable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change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due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field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work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and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quality</a:t>
            </a:r>
            <a:r>
              <a:rPr kumimoji="0" sz="1800" b="0" i="0" u="none" strike="noStrike" kern="1200" cap="none" spc="19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checks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in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progress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endParaRPr kumimoji="0" lang="en-IN" sz="1800" b="0" i="0" u="none" strike="noStrike" kern="1200" cap="none" spc="185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  <a:p>
            <a:pPr marL="676275" marR="585470" lvl="0" indent="-285750" algn="l" defTabSz="914400" rtl="0" eaLnBrk="1" fontAlgn="auto" latinLnBrk="0" hangingPunct="1">
              <a:lnSpc>
                <a:spcPct val="1106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sz="1800" b="0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Sample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size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5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disaggregated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level</a:t>
            </a:r>
            <a:r>
              <a:rPr kumimoji="0" sz="1800" b="0" i="0" u="none" strike="noStrike" kern="1200" cap="none" spc="17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5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can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be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lower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on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statistical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precision</a:t>
            </a:r>
            <a:r>
              <a:rPr kumimoji="0" sz="1800" b="0" i="0" u="none" strike="noStrike" kern="1200" cap="none" spc="17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due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the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sample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coverage </a:t>
            </a:r>
            <a:endParaRPr kumimoji="0" lang="en-IN" sz="1800" b="0" i="0" u="none" strike="noStrike" kern="1200" cap="none" spc="-1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  <a:p>
            <a:pPr marL="676275" marR="585470" lvl="0" indent="-285750" algn="l" defTabSz="914400" rtl="0" eaLnBrk="1" fontAlgn="auto" latinLnBrk="0" hangingPunct="1">
              <a:lnSpc>
                <a:spcPct val="1106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The</a:t>
            </a:r>
            <a:r>
              <a:rPr kumimoji="0" sz="1800" b="0" i="0" u="none" strike="noStrike" kern="1200" cap="none" spc="2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report</a:t>
            </a:r>
            <a:r>
              <a:rPr kumimoji="0" sz="1800" b="0" i="0" u="none" strike="noStrike" kern="1200" cap="none" spc="2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consists</a:t>
            </a:r>
            <a:r>
              <a:rPr kumimoji="0" sz="1800" b="0" i="0" u="none" strike="noStrike" kern="1200" cap="none" spc="2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of</a:t>
            </a:r>
            <a:r>
              <a:rPr kumimoji="0" sz="1800" b="0" i="0" u="none" strike="noStrike" kern="1200" cap="none" spc="2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800" b="0" i="0" u="none" strike="noStrike" kern="1200" cap="none" spc="2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spc="10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collected</a:t>
            </a:r>
            <a:r>
              <a:rPr lang="en-IN" spc="10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both </a:t>
            </a:r>
            <a:r>
              <a:rPr spc="10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face to face  </a:t>
            </a:r>
            <a:r>
              <a:rPr lang="en-IN" spc="10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and CATI </a:t>
            </a:r>
            <a:r>
              <a:rPr lang="en-US" spc="10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starting </a:t>
            </a: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4</a:t>
            </a:r>
            <a:r>
              <a:rPr kumimoji="0" lang="en-IN" sz="1800" b="0" i="0" u="none" strike="noStrike" kern="1200" cap="none" spc="0" normalizeH="0" baseline="30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th</a:t>
            </a: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October 2025</a:t>
            </a:r>
            <a:endParaRPr kumimoji="0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97388295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31FC971-E3C9-6464-AA42-967136465D7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D4EA61B-A957-0008-4059-C0F59918140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794760" y="193675"/>
            <a:ext cx="4602480" cy="640715"/>
          </a:xfrm>
        </p:spPr>
        <p:txBody>
          <a:bodyPr>
            <a:normAutofit fontScale="90000"/>
          </a:bodyPr>
          <a:lstStyle/>
          <a:p>
            <a:pPr algn="ctr"/>
            <a:r>
              <a:rPr lang="en-IN" dirty="0">
                <a:ea typeface="Calibri" panose="020F0502020204030204" pitchFamily="34" charset="0"/>
                <a:cs typeface="Calibri" panose="020F0502020204030204" pitchFamily="34" charset="0"/>
              </a:rPr>
              <a:t>Table</a:t>
            </a:r>
            <a:r>
              <a:rPr lang="en-IN" dirty="0"/>
              <a:t> </a:t>
            </a:r>
            <a:r>
              <a:rPr lang="en-IN" dirty="0">
                <a:ea typeface="Calibri" panose="020F0502020204030204" pitchFamily="34" charset="0"/>
                <a:cs typeface="Calibri" panose="020F0502020204030204" pitchFamily="34" charset="0"/>
              </a:rPr>
              <a:t>of Contents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69E22F0-D4DA-4D8A-DAC2-76F6CB2F415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57D39DC1-ECB4-B602-8424-EB92DE56983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39993125"/>
              </p:ext>
            </p:extLst>
          </p:nvPr>
        </p:nvGraphicFramePr>
        <p:xfrm>
          <a:off x="2339903" y="805975"/>
          <a:ext cx="7512195" cy="5246051"/>
        </p:xfrm>
        <a:graphic>
          <a:graphicData uri="http://schemas.openxmlformats.org/drawingml/2006/table">
            <a:tbl>
              <a:tblPr firstRow="1" bandRow="1">
                <a:tableStyleId>{00A15C55-8517-42AA-B614-E9B94910E393}</a:tableStyleId>
              </a:tblPr>
              <a:tblGrid>
                <a:gridCol w="824936">
                  <a:extLst>
                    <a:ext uri="{9D8B030D-6E8A-4147-A177-3AD203B41FA5}">
                      <a16:colId xmlns:a16="http://schemas.microsoft.com/office/drawing/2014/main" val="2712340239"/>
                    </a:ext>
                  </a:extLst>
                </a:gridCol>
                <a:gridCol w="4795204">
                  <a:extLst>
                    <a:ext uri="{9D8B030D-6E8A-4147-A177-3AD203B41FA5}">
                      <a16:colId xmlns:a16="http://schemas.microsoft.com/office/drawing/2014/main" val="2914897725"/>
                    </a:ext>
                  </a:extLst>
                </a:gridCol>
                <a:gridCol w="1892055">
                  <a:extLst>
                    <a:ext uri="{9D8B030D-6E8A-4147-A177-3AD203B41FA5}">
                      <a16:colId xmlns:a16="http://schemas.microsoft.com/office/drawing/2014/main" val="3645467584"/>
                    </a:ext>
                  </a:extLst>
                </a:gridCol>
              </a:tblGrid>
              <a:tr h="491171">
                <a:tc>
                  <a:txBody>
                    <a:bodyPr/>
                    <a:lstStyle/>
                    <a:p>
                      <a:pPr algn="ctr"/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S. No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Topic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Slide Number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2631705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State Level Vote Shares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4818001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Vote Share By Demographics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8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23037707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Top Reasons for Choosing a Party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43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26203110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Gains and Losses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46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12181820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5.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Vote Transferability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62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34592804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Preferred CM Candidate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65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9308192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7.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kern="1200" dirty="0">
                          <a:solidFill>
                            <a:schemeClr val="dk1"/>
                          </a:solidFill>
                          <a:latin typeface="+mn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State Government Ratings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67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33172922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8.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Wisdom of Crowds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69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54468981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9.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Key issues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71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61551578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10.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Regional Level Analysis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73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33479165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11.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District Level Analysis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85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17289891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AC Level Analysis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137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08513216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13.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MLA Approval Ratings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161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0408546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70967064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1C016F5D-1DBD-9C6D-A9B6-FEDDC2375E92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1: State level Vote Shares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1660C97-1F35-334F-97FE-560016697BC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A167D85E-1394-7EA6-2CF0-3DDF51B4523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066795179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9224CE6-05C0-3842-ECE3-8C94B8620F1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8812" y="275976"/>
            <a:ext cx="10483702" cy="539500"/>
          </a:xfrm>
        </p:spPr>
        <p:txBody>
          <a:bodyPr>
            <a:normAutofit fontScale="90000"/>
          </a:bodyPr>
          <a:lstStyle/>
          <a:p>
            <a:r>
              <a:rPr lang="en-IN" dirty="0"/>
              <a:t>Vote Share- State Level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16C70DD-920D-B935-69C9-EB5354C92EC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graphicFrame>
        <p:nvGraphicFramePr>
          <p:cNvPr id="5" name="object 6">
            <a:extLst>
              <a:ext uri="{FF2B5EF4-FFF2-40B4-BE49-F238E27FC236}">
                <a16:creationId xmlns:a16="http://schemas.microsoft.com/office/drawing/2014/main" id="{81FA25F1-15DE-50C6-D140-8495D3E466B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65415935"/>
              </p:ext>
            </p:extLst>
          </p:nvPr>
        </p:nvGraphicFramePr>
        <p:xfrm>
          <a:off x="1179260" y="1687830"/>
          <a:ext cx="9833483" cy="35864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5259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680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36292">
                  <a:extLst>
                    <a:ext uri="{9D8B030D-6E8A-4147-A177-3AD203B41FA5}">
                      <a16:colId xmlns:a16="http://schemas.microsoft.com/office/drawing/2014/main" val="1136322972"/>
                    </a:ext>
                  </a:extLst>
                </a:gridCol>
                <a:gridCol w="1436292">
                  <a:extLst>
                    <a:ext uri="{9D8B030D-6E8A-4147-A177-3AD203B41FA5}">
                      <a16:colId xmlns:a16="http://schemas.microsoft.com/office/drawing/2014/main" val="174467900"/>
                    </a:ext>
                  </a:extLst>
                </a:gridCol>
                <a:gridCol w="14362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35198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3519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180000"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Party</a:t>
                      </a:r>
                      <a:endParaRPr lang="en-IN"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63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DEBF7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277813" marR="271780" indent="-14288" algn="l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Current Survey Result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DEBF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IN" sz="1800" b="1" kern="1200" spc="40" dirty="0">
                        <a:solidFill>
                          <a:schemeClr val="tx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43180" marB="0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EDDA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Past Election Results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0955437"/>
                  </a:ext>
                </a:extLst>
              </a:tr>
              <a:tr h="277328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63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marL="277813" marR="271780" indent="-14288"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1800" b="1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Raw </a:t>
                      </a:r>
                      <a:r>
                        <a:rPr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Vote</a:t>
                      </a:r>
                      <a:r>
                        <a:rPr sz="1800" b="1" spc="2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4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Share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 DMA</a:t>
                      </a:r>
                    </a:p>
                  </a:txBody>
                  <a:tcPr marL="0" marR="0" marT="4318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7 DMA</a:t>
                      </a:r>
                      <a:endParaRPr lang="en-IN" sz="1800" b="1" kern="1200" spc="40" dirty="0">
                        <a:solidFill>
                          <a:schemeClr val="tx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4318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800" b="1" kern="1200" spc="1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Normalized</a:t>
                      </a:r>
                      <a:r>
                        <a:rPr lang="en-IN" sz="1800" b="1" kern="1200" spc="285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IN" sz="1800" b="1" kern="1200" spc="1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Vote</a:t>
                      </a:r>
                      <a:r>
                        <a:rPr lang="en-IN" sz="1800" b="1" kern="1200" spc="29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IN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Share</a:t>
                      </a:r>
                    </a:p>
                  </a:txBody>
                  <a:tcPr marL="0" marR="0" marT="4318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EDD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AE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2021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Vote</a:t>
                      </a:r>
                      <a:r>
                        <a:rPr sz="1800" b="1" spc="2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4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Share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GE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20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24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Vote</a:t>
                      </a:r>
                      <a:r>
                        <a:rPr sz="1800" b="1" spc="2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4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Share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Sample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49,114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21,971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49,114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-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-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AITC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54.1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0" spc="-2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48.0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45.8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BJP</a:t>
                      </a:r>
                      <a:endParaRPr sz="1800" b="1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18.7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0" spc="-2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38.0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38.7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spc="-20" dirty="0">
                          <a:solidFill>
                            <a:schemeClr val="bg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Left Front</a:t>
                      </a:r>
                      <a:endParaRPr sz="1800" b="1" dirty="0">
                        <a:solidFill>
                          <a:schemeClr val="bg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0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5.7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6.4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INC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0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3.0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4.7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Other</a:t>
                      </a:r>
                      <a:r>
                        <a:rPr sz="1800" b="1" spc="6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Parties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4.2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3.6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N+W+R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21.0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1.1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0.9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Margin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35.4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1" i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10.1</a:t>
                      </a:r>
                      <a:endParaRPr lang="en-IN" sz="1800" b="1" i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1" i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7.0</a:t>
                      </a:r>
                      <a:endParaRPr lang="en-IN" sz="1800" b="1" i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D2186BD3-8936-B209-B9B9-EAB6593F16A4}"/>
              </a:ext>
            </a:extLst>
          </p:cNvPr>
          <p:cNvCxnSpPr/>
          <p:nvPr/>
        </p:nvCxnSpPr>
        <p:spPr>
          <a:xfrm>
            <a:off x="0" y="97155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9" name="object 8">
            <a:extLst>
              <a:ext uri="{FF2B5EF4-FFF2-40B4-BE49-F238E27FC236}">
                <a16:creationId xmlns:a16="http://schemas.microsoft.com/office/drawing/2014/main" id="{53A95858-7FF5-081B-F395-88CD4CC6C5CE}"/>
              </a:ext>
            </a:extLst>
          </p:cNvPr>
          <p:cNvSpPr txBox="1"/>
          <p:nvPr/>
        </p:nvSpPr>
        <p:spPr>
          <a:xfrm>
            <a:off x="7345030" y="5562922"/>
            <a:ext cx="4767592" cy="637354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r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5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*AE:</a:t>
            </a:r>
            <a:r>
              <a:rPr kumimoji="0" sz="1200" b="1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Assembly</a:t>
            </a:r>
            <a:r>
              <a:rPr kumimoji="0" sz="1200" b="0" i="0" u="none" strike="noStrike" kern="1200" cap="none" spc="1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Elections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  <a:p>
            <a:pPr marL="12700" marR="0" lvl="0" indent="0" algn="r" defTabSz="914400" rtl="0" eaLnBrk="1" fontAlgn="auto" latinLnBrk="0" hangingPunct="1">
              <a:lnSpc>
                <a:spcPct val="100000"/>
              </a:lnSpc>
              <a:spcBef>
                <a:spcPts val="15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7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*GE:</a:t>
            </a:r>
            <a:r>
              <a:rPr kumimoji="0" sz="1200" b="1" i="0" u="none" strike="noStrike" kern="1200" cap="none" spc="21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General</a:t>
            </a:r>
            <a:r>
              <a:rPr kumimoji="0" sz="1200" b="0" i="0" u="none" strike="noStrike" kern="1200" cap="none" spc="21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Elections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  <a:p>
            <a:pPr marL="12700" marR="0" lvl="0" indent="0" algn="r" defTabSz="914400" rtl="0" eaLnBrk="1" fontAlgn="auto" latinLnBrk="0" hangingPunct="1">
              <a:lnSpc>
                <a:spcPct val="100000"/>
              </a:lnSpc>
              <a:spcBef>
                <a:spcPts val="15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N+W+R: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2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+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2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+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D94930AB-AFB6-C5D9-63B2-47F128D10A9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E948ECB6-5954-2F01-F25F-7D973A1D47D2}"/>
              </a:ext>
            </a:extLst>
          </p:cNvPr>
          <p:cNvSpPr txBox="1"/>
          <p:nvPr/>
        </p:nvSpPr>
        <p:spPr>
          <a:xfrm>
            <a:off x="6259216" y="1034268"/>
            <a:ext cx="163209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IN" b="1" dirty="0">
                <a:solidFill>
                  <a:srgbClr val="002060"/>
                </a:solidFill>
              </a:rPr>
              <a:t>Key Measures</a:t>
            </a:r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D7D50588-498E-01CB-D7C5-009311E5CD16}"/>
              </a:ext>
            </a:extLst>
          </p:cNvPr>
          <p:cNvGrpSpPr/>
          <p:nvPr/>
        </p:nvGrpSpPr>
        <p:grpSpPr>
          <a:xfrm>
            <a:off x="5300663" y="1403600"/>
            <a:ext cx="1776982" cy="660463"/>
            <a:chOff x="5300663" y="1403600"/>
            <a:chExt cx="1776982" cy="660463"/>
          </a:xfrm>
        </p:grpSpPr>
        <p:cxnSp>
          <p:nvCxnSpPr>
            <p:cNvPr id="13" name="Connector: Elbow 12">
              <a:extLst>
                <a:ext uri="{FF2B5EF4-FFF2-40B4-BE49-F238E27FC236}">
                  <a16:creationId xmlns:a16="http://schemas.microsoft.com/office/drawing/2014/main" id="{192A90F4-7A80-AF67-D7D4-E6EFA838A7DC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6747093" y="1733510"/>
              <a:ext cx="660462" cy="642"/>
            </a:xfrm>
            <a:prstGeom prst="bentConnector3">
              <a:avLst>
                <a:gd name="adj1" fmla="val 50000"/>
              </a:avLst>
            </a:prstGeom>
            <a:ln w="57150">
              <a:solidFill>
                <a:schemeClr val="tx1"/>
              </a:solidFill>
              <a:tailEnd type="triangl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Connector: Elbow 22">
              <a:extLst>
                <a:ext uri="{FF2B5EF4-FFF2-40B4-BE49-F238E27FC236}">
                  <a16:creationId xmlns:a16="http://schemas.microsoft.com/office/drawing/2014/main" id="{0B788E40-10B8-6981-51DB-BC3830D308FA}"/>
                </a:ext>
              </a:extLst>
            </p:cNvPr>
            <p:cNvCxnSpPr>
              <a:cxnSpLocks/>
              <a:stCxn id="12" idx="2"/>
            </p:cNvCxnSpPr>
            <p:nvPr/>
          </p:nvCxnSpPr>
          <p:spPr>
            <a:xfrm rot="5400000">
              <a:off x="5857733" y="846531"/>
              <a:ext cx="660462" cy="1774601"/>
            </a:xfrm>
            <a:prstGeom prst="bentConnector3">
              <a:avLst>
                <a:gd name="adj1" fmla="val 27646"/>
              </a:avLst>
            </a:prstGeom>
            <a:ln w="57150">
              <a:solidFill>
                <a:schemeClr val="tx1"/>
              </a:solidFill>
              <a:tailEnd type="triangl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834849302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452AF5B-3A98-DB29-5970-2D18C441132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0148138-0027-BA81-AA10-2DECCBEE8EC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1F8623C-1444-A6FE-189A-968372B112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/>
          <a:lstStyle/>
          <a:p>
            <a:r>
              <a:rPr lang="en-IN" dirty="0"/>
              <a:t>DMA – State Level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7E198A8-EF47-8149-CA66-3A883C4AB2A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3554045-9FCC-C34C-232B-321D3BED9EA1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E06CD598-84E5-718F-676E-04044275B57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2391615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5F878746-8574-A393-0828-E22D327681C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51428799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EB61DD9-90AA-BD5E-1495-56C6D67588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13E485A-7E11-64FE-71BA-8AFBD5A3CD1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1FBD7EE9-A3B4-A7D6-BF20-C92ECF2B7CC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/>
          <a:lstStyle/>
          <a:p>
            <a:r>
              <a:rPr lang="en-IN" dirty="0"/>
              <a:t>7 DMA – State Level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8DA3DBE-11FF-1350-C59A-9EB0F924F7B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839C9EE6-F1AD-3D33-F541-1E502DAEECDE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A2A00005-5045-1B71-BAD6-71E7BBE8710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743189864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6C7FCAF9-4672-6180-B32C-D351ACCF01C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54982527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D72583-022B-EE69-2C1E-C895D30E00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99C827E9-FBDB-00E4-6842-2AE0853CEA25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2: Vote Shares By Demographics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CB60640-A029-123B-9422-20A2833B5F8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86E97797-E59A-8765-61C3-3F5DE88CD27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349287595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0E0690-67D8-1DF5-AA39-CA064EDF6C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686D70B-B35E-943A-6D78-81C942B01FF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DBC84043-F649-2F57-FD34-C8C9E0ACE62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Vote Share- By Demographics (1 of 4)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3E471A1-46C5-A846-D076-D23596EA7D15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5197B5AE-3203-A9C7-63AC-332E4B4F500F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D531A24E-793F-C22A-40F4-70BF3301A34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80841267-221B-0489-8EDD-E2CD878EEBC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66667231"/>
              </p:ext>
            </p:extLst>
          </p:nvPr>
        </p:nvGraphicFramePr>
        <p:xfrm>
          <a:off x="175740" y="970215"/>
          <a:ext cx="11879573" cy="123332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Gender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15,756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Female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6,215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EE697573-74C5-355D-EB69-FD9DBB81371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74592977"/>
              </p:ext>
            </p:extLst>
          </p:nvPr>
        </p:nvGraphicFramePr>
        <p:xfrm>
          <a:off x="176607" y="2218702"/>
          <a:ext cx="11879573" cy="123332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Gender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35,215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Female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13,899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8" name="object 6">
            <a:extLst>
              <a:ext uri="{FF2B5EF4-FFF2-40B4-BE49-F238E27FC236}">
                <a16:creationId xmlns:a16="http://schemas.microsoft.com/office/drawing/2014/main" id="{35C05C1D-2A0A-F5BA-85E5-EB7B941DF79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40980623"/>
              </p:ext>
            </p:extLst>
          </p:nvPr>
        </p:nvGraphicFramePr>
        <p:xfrm>
          <a:off x="175739" y="3566174"/>
          <a:ext cx="11879573" cy="123332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Urban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1,269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Rural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10,693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9" name="object 6">
            <a:extLst>
              <a:ext uri="{FF2B5EF4-FFF2-40B4-BE49-F238E27FC236}">
                <a16:creationId xmlns:a16="http://schemas.microsoft.com/office/drawing/2014/main" id="{BF34A559-F0FB-E875-7BC5-BC529F04106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30126084"/>
              </p:ext>
            </p:extLst>
          </p:nvPr>
        </p:nvGraphicFramePr>
        <p:xfrm>
          <a:off x="175739" y="4789801"/>
          <a:ext cx="11879573" cy="123332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Urban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4,242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Rural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23,312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20645978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C666028-EF48-3435-6A43-222EAD0D36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B69CD8C-98F7-3F63-D3D2-FA20CD42CCF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6988B280-EA73-430D-EB0E-DCB95478289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Vote Share- By Demographics (2 of 4)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813949C-13D7-5C8E-0F54-D76F75A16EB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DD0DBBA0-2423-FB0D-930D-1C40C0F6C6D5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368B2A98-68DE-A4D7-8DF6-971CB0524D7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14" name="object 6">
            <a:extLst>
              <a:ext uri="{FF2B5EF4-FFF2-40B4-BE49-F238E27FC236}">
                <a16:creationId xmlns:a16="http://schemas.microsoft.com/office/drawing/2014/main" id="{196DA731-C862-B73E-981F-F7A3376D634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82581066"/>
              </p:ext>
            </p:extLst>
          </p:nvPr>
        </p:nvGraphicFramePr>
        <p:xfrm>
          <a:off x="156213" y="1566707"/>
          <a:ext cx="11879573" cy="15416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kern="1200" spc="-1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Cambria"/>
                        </a:rPr>
                        <a:t>Religion</a:t>
                      </a: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Hindu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14,886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Muslim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6,302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66.3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57.3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63274275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783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B46C7CAB-35FE-C440-21E8-E906D7578E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38673850"/>
              </p:ext>
            </p:extLst>
          </p:nvPr>
        </p:nvGraphicFramePr>
        <p:xfrm>
          <a:off x="156213" y="3612259"/>
          <a:ext cx="11879573" cy="15416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kern="1200" spc="-1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Cambria"/>
                        </a:rPr>
                        <a:t>Religion</a:t>
                      </a: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Hindu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33,915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Muslim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13,467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67.8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59.8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63274275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1,732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40343548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20C8AB8-2E1E-A601-C331-1294F5A7EB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F8F3D16-41F5-ABB7-0415-A4F44555AF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A2D1BA9-1327-8C48-4067-A14A3329B0D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Vote Share- By Demographics (3 of 4)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CC6C1D1-5F9D-8A73-E7C1-E009154342A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5950ADA-9DE4-DDE2-4C74-2F966B66B6B9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D1A07A4B-8ECC-5850-D4AA-8E5C97F4A58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FAE46041-F32C-9359-A790-BD98D609125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00788758"/>
              </p:ext>
            </p:extLst>
          </p:nvPr>
        </p:nvGraphicFramePr>
        <p:xfrm>
          <a:off x="165106" y="1671375"/>
          <a:ext cx="11879573" cy="15416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kern="1200" spc="-1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Social Category</a:t>
                      </a: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eaLnBrk="1" fontAlgn="ctr" latinLnBrk="0" hangingPunct="1">
                        <a:spcBef>
                          <a:spcPts val="140"/>
                        </a:spcBef>
                        <a:buNone/>
                      </a:pPr>
                      <a:r>
                        <a:rPr lang="en-IN" sz="16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General+OBC</a:t>
                      </a:r>
                      <a:endParaRPr lang="en-IN" sz="1600" b="0" i="0" u="none" strike="noStrike" dirty="0">
                        <a:effectLst/>
                        <a:latin typeface="+mj-lt"/>
                      </a:endParaRPr>
                    </a:p>
                  </a:txBody>
                  <a:tcPr marL="9525" marR="9525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14,387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32,273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eaLnBrk="1" fontAlgn="ctr" latinLnBrk="0" hangingPunct="1">
                        <a:spcBef>
                          <a:spcPts val="140"/>
                        </a:spcBef>
                        <a:buNone/>
                      </a:pPr>
                      <a:r>
                        <a:rPr lang="en-IN" sz="16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SC</a:t>
                      </a:r>
                      <a:endParaRPr lang="en-IN" sz="1600" b="0" i="0" u="none" strike="noStrike" dirty="0">
                        <a:effectLst/>
                        <a:latin typeface="+mj-lt"/>
                      </a:endParaRPr>
                    </a:p>
                  </a:txBody>
                  <a:tcPr marL="9525" marR="9525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5,145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11,279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-15.2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eaLnBrk="1" fontAlgn="ctr" latinLnBrk="0" hangingPunct="1">
                        <a:spcBef>
                          <a:spcPts val="140"/>
                        </a:spcBef>
                        <a:buNone/>
                      </a:pPr>
                      <a:r>
                        <a:rPr lang="en-IN" sz="16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ST</a:t>
                      </a:r>
                      <a:endParaRPr lang="en-IN" sz="1600" b="0" i="0" u="none" strike="noStrike" dirty="0">
                        <a:effectLst/>
                        <a:latin typeface="+mj-lt"/>
                      </a:endParaRPr>
                    </a:p>
                  </a:txBody>
                  <a:tcPr marL="9525" marR="9525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1,214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2,923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96164249"/>
                  </a:ext>
                </a:extLst>
              </a:tr>
            </a:tbl>
          </a:graphicData>
        </a:graphic>
      </p:graphicFrame>
      <p:graphicFrame>
        <p:nvGraphicFramePr>
          <p:cNvPr id="8" name="object 6">
            <a:extLst>
              <a:ext uri="{FF2B5EF4-FFF2-40B4-BE49-F238E27FC236}">
                <a16:creationId xmlns:a16="http://schemas.microsoft.com/office/drawing/2014/main" id="{BDB0D87D-3F05-1FEF-6A17-287C1137198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08126293"/>
              </p:ext>
            </p:extLst>
          </p:nvPr>
        </p:nvGraphicFramePr>
        <p:xfrm>
          <a:off x="165106" y="3559186"/>
          <a:ext cx="11879573" cy="15416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kern="1200" spc="-1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Social Category</a:t>
                      </a: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eaLnBrk="1" fontAlgn="ctr" latinLnBrk="0" hangingPunct="1">
                        <a:spcBef>
                          <a:spcPts val="140"/>
                        </a:spcBef>
                        <a:buNone/>
                      </a:pPr>
                      <a:r>
                        <a:rPr lang="en-IN" sz="16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General+OBC</a:t>
                      </a:r>
                      <a:endParaRPr lang="en-IN" sz="1600" b="0" i="0" u="none" strike="noStrike" dirty="0">
                        <a:effectLst/>
                        <a:latin typeface="+mj-lt"/>
                      </a:endParaRPr>
                    </a:p>
                  </a:txBody>
                  <a:tcPr marL="9525" marR="9525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14,387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32,273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eaLnBrk="1" fontAlgn="ctr" latinLnBrk="0" hangingPunct="1">
                        <a:spcBef>
                          <a:spcPts val="140"/>
                        </a:spcBef>
                        <a:buNone/>
                      </a:pPr>
                      <a:r>
                        <a:rPr lang="en-IN" sz="16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SC</a:t>
                      </a:r>
                      <a:endParaRPr lang="en-IN" sz="1600" b="0" i="0" u="none" strike="noStrike" dirty="0">
                        <a:effectLst/>
                        <a:latin typeface="+mj-lt"/>
                      </a:endParaRPr>
                    </a:p>
                  </a:txBody>
                  <a:tcPr marL="9525" marR="9525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5,145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11,279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-15.2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eaLnBrk="1" fontAlgn="ctr" latinLnBrk="0" hangingPunct="1">
                        <a:spcBef>
                          <a:spcPts val="140"/>
                        </a:spcBef>
                        <a:buNone/>
                      </a:pPr>
                      <a:r>
                        <a:rPr lang="en-IN" sz="16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ST</a:t>
                      </a:r>
                      <a:endParaRPr lang="en-IN" sz="1600" b="0" i="0" u="none" strike="noStrike" dirty="0">
                        <a:effectLst/>
                        <a:latin typeface="+mj-lt"/>
                      </a:endParaRPr>
                    </a:p>
                  </a:txBody>
                  <a:tcPr marL="9525" marR="9525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1,214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2,923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9616424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10924587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90A7ED-1AFB-C3F7-9B30-A3F8F5FF242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7FCB3B4-8AE1-B193-B5D5-8B82054F96D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0C3C77C8-AB1D-607E-C70B-679EB3AC043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Vote Share- By Demographics (4 of 4)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C5CFC3B-95FE-5606-C91D-BFCAC560479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97BF2DA-2137-91BC-7E98-A34AD0121C6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C0AD6BAA-D09D-3B1D-0BE1-BF7F7EFD5E1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D603CA61-9B27-2777-EC90-7386835CB5E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42005887"/>
              </p:ext>
            </p:extLst>
          </p:nvPr>
        </p:nvGraphicFramePr>
        <p:xfrm>
          <a:off x="138957" y="3687075"/>
          <a:ext cx="11879573" cy="184999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Age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18-25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3,401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6,937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26-34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6,419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14,037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539518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36-50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7,547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17,056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49847026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50+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4,604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11,084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8" name="object 6">
            <a:extLst>
              <a:ext uri="{FF2B5EF4-FFF2-40B4-BE49-F238E27FC236}">
                <a16:creationId xmlns:a16="http://schemas.microsoft.com/office/drawing/2014/main" id="{B7C7DCD2-5556-EE51-04C1-175EB688AF1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3555269"/>
              </p:ext>
            </p:extLst>
          </p:nvPr>
        </p:nvGraphicFramePr>
        <p:xfrm>
          <a:off x="138956" y="1495757"/>
          <a:ext cx="11879573" cy="184999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Age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18-25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3,401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6,937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26-34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6,419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14,037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539518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36-50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7,547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17,056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49847026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50+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4,604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11,084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93924542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91BEEE-2419-4DC1-1872-DB8936E09A2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3256F849-B6D1-98B8-0687-65FC832CCFC6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Section 2.1: Demographic Wise DMAs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3CF6005-BC57-725A-DC38-CDB8093E389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286FE457-6BFE-5E56-DEEA-2D02A28AD64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084188344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3931E8B-17E3-C63A-2F36-E6384983C90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F0AEA06-5161-07EF-B936-24ABC00B768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82FF2D7-88CB-7AE3-063C-48E7CA95FC1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/>
          <a:lstStyle/>
          <a:p>
            <a:r>
              <a:rPr lang="en-IN" dirty="0"/>
              <a:t>DMA – Male (Overall) 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7D7292C-3D0B-7571-68D9-C27B20C0BCC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C26C097-C24B-D1AB-128C-230C8CE8A2A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EFD305A5-6BED-6B21-4AB1-68BF50BF04A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87741971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178505CB-C4FC-C4BF-F6AD-134EC8B3948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54988994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EA1FE89-5C05-9D5C-535A-0D39031FA7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A3D281F-F7E7-EC63-74FF-AE5092BFEE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1BC7C09-B3D2-D555-BE3B-B2585E4F698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/>
          <a:lstStyle/>
          <a:p>
            <a:r>
              <a:rPr lang="en-IN" dirty="0"/>
              <a:t>DMA – Female (Overall) 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FB9CDB9-631B-910B-F6E6-0D6641116FA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49D8FD1-9C55-B0FA-61D1-AFF6EF6CAD2B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0BE08948-44B5-E69D-978D-381B98B386C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45573243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3" name="object 7">
            <a:extLst>
              <a:ext uri="{FF2B5EF4-FFF2-40B4-BE49-F238E27FC236}">
                <a16:creationId xmlns:a16="http://schemas.microsoft.com/office/drawing/2014/main" id="{950ADD40-717F-12F5-1ACE-CE596C68F83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20652736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735FAEF-C835-7A9C-6005-82CDDA138B9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3BEE29C-7198-2ED3-3522-CB891D88FF1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3138D1DB-D5CB-D54F-396D-F6430D990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/>
          <a:lstStyle/>
          <a:p>
            <a:r>
              <a:rPr lang="en-IN" dirty="0"/>
              <a:t>DMA – Urban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750E81D-1DC8-EFAA-98B4-68BF2CDAAD4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AB21EBE-7553-7E00-9FDA-5EF7FEEC405D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9F19A778-584B-0F2D-DF61-E6DE556D5AA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7655210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2245082E-0E5D-527A-DE86-945C0872688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50587811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CFEF81D-C8A9-9349-3B3A-BA59B74CB2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A6E90B2-4141-F1AA-15FF-778A769B795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FEAFF80-37E8-4917-0560-417C246B0F0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/>
          <a:lstStyle/>
          <a:p>
            <a:r>
              <a:rPr lang="en-IN" dirty="0"/>
              <a:t>DMA – Rural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B61ACE32-6408-F7CF-E46D-F76C15D090C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4097F706-F588-1DF2-3D4F-982535E3E75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85B77BF8-D416-EC75-DC3F-3D2D9858776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279805967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9612A6DA-69E9-E326-0739-0163FE4122F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28869595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1F2348F-9508-90CE-08E2-5FC9024AC98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CC29AA7-5122-4849-F1BA-82D52E63418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E6FE2F2-93A3-797E-DD7F-BAD8B84E73F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/>
          <a:lstStyle/>
          <a:p>
            <a:r>
              <a:rPr lang="en-IN" dirty="0"/>
              <a:t>DMA – Hindu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ED6A824-B93C-19D3-3AE7-C55C942D0E55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941BA04-DF90-5C77-DFBD-BD4FC3E907D6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1A682670-868D-BC48-E356-5B21B241699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44194054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4E474C9E-664F-C860-512E-5F7FCEFC079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41336053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46ACE3-1A08-86AE-BE12-CA9FC3B173F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305D2E-DF3A-D368-ADDA-FD636E35594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6D684C4B-93CB-C7D2-571F-A8945F27C79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/>
          <a:lstStyle/>
          <a:p>
            <a:r>
              <a:rPr lang="en-IN" dirty="0"/>
              <a:t>DMA – Muslim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068AE4C-6C39-40A6-49E5-A36A3D611012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150BB10-27BB-D667-619D-E08A5AAFFDE2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585C0DD9-6A88-C19B-C7F4-DFD4EBCFFF7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8476526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8513F4D4-F27B-DFF8-9ABF-11202A2D0CE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77067452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84D1F7E-44B2-DB2C-1C68-28CB83E5D6F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BF22DA6-6F3E-7774-2D3F-BFF228E9878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DDEFEF51-98B6-EC95-6CA0-C5ADC7B2683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DMA – </a:t>
            </a:r>
            <a:r>
              <a:rPr lang="en-IN" dirty="0" err="1"/>
              <a:t>General+OBC</a:t>
            </a:r>
            <a:r>
              <a:rPr lang="en-IN" dirty="0"/>
              <a:t>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A591171-F907-07DF-8E59-8EC8E2DF077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3E6DE9A-A0DB-36D6-4636-C305F172FB7F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5D4F047A-00F8-5DB5-6673-B9628D04118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0372516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FD99A10B-E840-571A-1349-3EE4BEF4782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32318988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94B5460-F4CA-9781-70F9-94550594AF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0AB8D38-A595-6068-394B-1DA20744FE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B2EC18C-D1B8-567E-54D6-F05F5ECDBC0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DMA – SC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F0057BF3-FC79-F9A1-D071-DF58114D5B75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338C43D6-61AB-26AE-7AAD-9E744E3B604E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67D437BF-D6E8-E02E-44F1-09DF0DCB0F8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500636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328345CD-6EF2-6CAC-0FD4-DC1EE20273A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53720230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417C5E-A80C-27B3-9AAD-677E2B30BB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6003E81-88AA-1693-72B8-1A930633980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E71B20E-6F22-0EF7-040C-B17B96C2933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DMA – ST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BE02BBEA-F904-3B8F-134B-7FC12A7D09B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BFE00E92-60D6-DF5F-A38E-7FB5D096679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F3E5F052-1E33-5117-DF0D-BAAD135ECCC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00084620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0A3B3C95-9FF9-A8D3-19A4-33B7A94271B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51188198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FB5486-A037-B151-049C-0685FC82316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818EBB3-87F9-1F0E-BEA3-57FF94D7301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B4ED554-5CE9-43C1-27A2-A00FD01F3F5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DMA – 18 - 25 Years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3537E86-7B69-FEA8-710C-06043021F60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32B7E70-CD55-2F57-C155-9D39E11E7FF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AFCADF47-5C2A-5E7A-85CC-38021850131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24568890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A369FABD-3CDF-C177-6272-DF541D6FFF9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58564772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2DEBA5E-38C4-4C0E-4301-A2561B546B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8A1A3A4-6EED-2B36-2D9C-DE4EDBFBD82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7104561-640E-863C-618F-FDB16332B88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DMA – 26 - 35 Years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0FAB19E-DF86-D7DB-2AF0-90956C0AF38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D0D3975-49F8-88B2-24B7-6675D6CA252D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E8EF85B9-4CEE-B1D8-1C18-87E7F1D0A44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5412373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77D78F27-65C5-BF2D-552D-80F35D52EEAB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09521229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061AE00-B4FD-7DA2-9BC7-5907174651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241933B-B6D6-A230-4FF3-206ECF5292B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73759A6-B650-575A-9C5A-2F75F6A1A6F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DMA – 36 - 50 Years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45095A9-0F7B-0E1A-D88B-72E28CD5E4B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CE0B869-E500-295C-6694-FEBBC612B33B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8128E74F-CB2C-6D09-A40F-6CE509BB2A9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229990994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5B89B464-5A57-7FB9-3628-92E1DBA02FC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04446856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CAE6E7B-A8EB-65CE-E7DA-C2AE8F62317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5E55192-836D-C74D-8699-2CAD1384A6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5E6CF15-DCBF-8D57-28D7-6A7418E1644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DMA – 50+ Years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9AC5F59-5E0C-7D03-5153-219519079A32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76B4D70-AAE7-2E08-4E3C-03559D815DC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DDE5829E-4903-CC95-EB0E-46967D83C0F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7562004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9B5011A9-0749-2542-7EFD-2C8C7A5BD57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08770850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130622B-1076-7B21-F256-A34AACD694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E34787A-12C3-89A3-0844-DB0148C71C4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00F3157F-E8C2-F115-B0FF-EEEDFBBA499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/>
          <a:lstStyle/>
          <a:p>
            <a:r>
              <a:rPr lang="en-IN" dirty="0"/>
              <a:t>7DMA – Male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BC643878-1140-04C4-DBF3-A03555EAE39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6A633AF-052E-9A9C-6190-13B972CE651B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4F9A375F-58CA-C275-F221-8EBDEC75723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2454062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673898E6-5794-AC67-1777-DDBFD29C1CF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25277963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7C8B38-0A96-D057-615E-27D78F8FBB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D1E1839-C046-E95E-04B6-1AD71EF61C9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18ECEBA8-D2AF-4EA5-963E-8AD87B9078B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/>
          <a:lstStyle/>
          <a:p>
            <a:r>
              <a:rPr lang="en-IN" dirty="0"/>
              <a:t>7DMA – Female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606E076-9E80-2970-9621-BD38A408DDE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29AF5855-E285-BA53-6BA5-626622BEA4D7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BA216D3B-7867-788F-9BED-74EEB9F54A9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59308519"/>
              </p:ext>
            </p:extLst>
          </p:nvPr>
        </p:nvGraphicFramePr>
        <p:xfrm>
          <a:off x="370936" y="1050811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3" name="object 7">
            <a:extLst>
              <a:ext uri="{FF2B5EF4-FFF2-40B4-BE49-F238E27FC236}">
                <a16:creationId xmlns:a16="http://schemas.microsoft.com/office/drawing/2014/main" id="{826FC060-2E5C-80CD-60F0-609ED0381190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1781208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B7F08D-B831-08C9-7719-007E44E1077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D10FB77-ADA7-1FCB-4664-15280BEABFA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6BECEAE-44EC-2911-FD02-F231B89626F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/>
          <a:lstStyle/>
          <a:p>
            <a:r>
              <a:rPr lang="en-IN" dirty="0"/>
              <a:t>7DMA – Urban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6DE2479-6389-14A6-ABED-5A91A7CD4F9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BA532E65-382C-80FD-2C03-DEA11CD3081C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35226547-E781-4AEE-E30E-3EB694C966E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993269250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01517499-1BEB-3CDA-4327-52F0DF7CF4F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96814053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E8A2F5-B0E1-23BF-AFEF-BB89188836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2349025-7899-80D1-9696-AA05EAD0E77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3A05455-832F-5529-3822-B21F67B8AC5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/>
          <a:lstStyle/>
          <a:p>
            <a:r>
              <a:rPr lang="en-IN" dirty="0"/>
              <a:t>7DMA – Rural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93C2A71-32BB-AC7D-D6D3-76E164DBFD0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F9240D4-B461-99F8-FBC8-D1518E11E591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9AD1B7F3-44F8-3E5B-2DEE-182D57AC508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32009823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CBC6FB7A-94FB-CE3E-1584-498FD96BDAC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60256751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1B4137-115D-36D5-2370-EB54CFDD729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AB88845-599F-3F47-F1F1-9D0CC43F4EC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54E5830-5A90-AF2C-6B60-4835B1337AF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/>
          <a:lstStyle/>
          <a:p>
            <a:r>
              <a:rPr lang="en-IN" dirty="0"/>
              <a:t>7DMA – Hindu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4F9B0BEB-E58A-3BEA-A2F7-3E5626AEB39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29953C15-8E75-83DB-49A0-D0A46F726A5D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E219F93D-554D-1BC8-A38D-BA75B8CE313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4960152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5AB3CB66-313C-87B3-5CF6-2A1A2A6D53A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71229330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2706FA-8C93-D4E4-D02F-E625456A624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62E72A7-1F9E-CE9D-1234-BFFF5046F7C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922E929-7A1B-4706-CC3A-5371379A396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/>
          <a:lstStyle/>
          <a:p>
            <a:r>
              <a:rPr lang="en-IN" dirty="0"/>
              <a:t>7DMA – Muslim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39F7C22-2D02-30D3-DAEB-29891E6F657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89BCD83-F999-B360-BECE-C5A1A84D7D1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48C89287-C3E6-2AE5-926B-DF63B5EA79B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685053737"/>
              </p:ext>
            </p:extLst>
          </p:nvPr>
        </p:nvGraphicFramePr>
        <p:xfrm>
          <a:off x="297712" y="1040178"/>
          <a:ext cx="11399707" cy="478729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848D656F-827E-B6BE-B8EB-30C5F3B4FF40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56912686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C2EAE1F-F2CD-5AC6-BF42-454298C7A9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1F50E25-314A-04F9-8E0A-44E0F2E8E0C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F2A7CA2-1692-CFBC-E5B7-F815F8E40F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7DMA – </a:t>
            </a:r>
            <a:r>
              <a:rPr lang="en-IN" dirty="0" err="1"/>
              <a:t>General+OBC</a:t>
            </a:r>
            <a:endParaRPr lang="en-IN" dirty="0"/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F584526-9289-1E3B-3DCF-50A15290629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CC2F018-2DE9-4490-EB6C-306329B0866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65C4B25E-2450-7CE5-7713-7BBB653D933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614449865"/>
              </p:ext>
            </p:extLst>
          </p:nvPr>
        </p:nvGraphicFramePr>
        <p:xfrm>
          <a:off x="432758" y="1072076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571B663B-5554-52B8-0BC3-2AB5B7BA56F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89446906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092410-3B00-8C81-4BD7-D7B1F352E4D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52490B6-EB3F-3A41-12E5-3B344D91F1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9772372-E0D7-C0AF-8D33-E836BB17D7F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7DMA – SC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57315A0-88DA-9EDA-FA60-649D341D5CA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4B3E65D-7E1D-9272-B791-C2659A15297B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94C6F5F3-07F0-165E-66F8-56C184D6422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4060975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08BFE32A-A669-4246-CBA5-962FB6C6B04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13891280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E23E5C-9220-B8FC-F16B-DCD46B7090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327D6B4-86D2-3E4F-8D48-AA8241E329B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6AEFC150-4ADE-335D-A94F-CBD4607DB98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7DMA – ST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5D25582-F5C1-DA6F-24C3-1CD45D93F15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9919704-43AB-B288-CE81-D2EB77CFBE0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ED1C567C-AAD1-5BA0-EDFB-44F520EF819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79679009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9B74BF50-FF37-5625-FAAD-F295AE773B3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08171348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23407A8-5027-60D1-724D-A9527EF813F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6330D30-36D7-51AC-2B64-089DAEAAC03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6A3DEF95-60BB-14D9-3DAC-1CBB286FC20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7DMA – 18 - 25 Years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D6E3DE2-907E-07F2-A9FF-1E3AF90D891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40887B55-AF84-2278-5257-E33F6148F6D0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E6C684FE-EE06-4138-4206-0913B64149C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968234103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98B132DF-D6AA-31DB-8E9E-FB11BFC4689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8154483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C4C955-1516-8253-269C-A17A911D46D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F2CEC8E-226C-56EA-2C98-AE3D963503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95206DF-3196-8091-AE2A-27F7CB4BED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7DMA – 26 - 35 Years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ED5F7AB-790E-A2F9-CA8F-1473FF360BF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EC8FC75-7A1A-D579-B282-BB3CE329A245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1FDF3635-CA77-CA73-4CB5-38B44E587A9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108775495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04AAF9A8-80F6-394B-1FBE-C228E12EE2C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11592679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F28E20-7BC9-F57B-46C9-A5DE5B25F5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84B3D9A-30BE-B9E8-5601-934CC9F7024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8E2E078-52B2-C2AE-8ED0-3456BBB99C9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7DMA – 36 - 50 Years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F7BF9D12-B122-F05D-5A95-9951AEE0FA1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CE6944D-3DC7-93D4-B2E4-FA237EC54ED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8B37E952-FB25-8B08-4CD9-2F13B93DF09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49847489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29271441-697C-D18B-8BB2-D97F10DCF50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30416609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E76D95C-3FF7-03BA-E73C-93832B66E9E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24B4250-472B-BDB1-DC35-4C9DA8FA12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4C3B2BB-127F-2159-71E1-96ED02B2249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7DMA – 50+ Years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F70ECEA-2D91-8E51-1A6D-B252AD6A23C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8BA8C6B-BC98-94B4-2E74-2E459B9FE7C1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E7565824-44E1-D2C5-1301-07D9C635C27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625629873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E45180E7-4143-8CE5-D1DB-972BB52FFB1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22255891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D794D8-C149-CCE5-0083-EB2AD824BB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A098F216-42A3-5643-FF03-1DB6A466B607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Section 2.2: Vote Shares By Castes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D28E012-8069-9540-CFF7-4786609FD9F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40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EB7B3862-D43C-6A17-83CE-AB015BAF8ED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783130948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72CD7C-BD70-3BDA-AD60-A566C0B1D0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1CFCC6F-35B9-08BD-A644-4D471F103A5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11DBAEE-D5C4-F41A-EFE7-AB45DD7330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Caste Wise Vote Shares (30 DMA)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6B9A31F-35D1-CA42-4717-DCE65B4259C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01BE4D0-78EC-A13B-AE86-C9A185BED078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42541090-385D-D60C-14C5-4441239CAA4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3" name="object 6">
            <a:extLst>
              <a:ext uri="{FF2B5EF4-FFF2-40B4-BE49-F238E27FC236}">
                <a16:creationId xmlns:a16="http://schemas.microsoft.com/office/drawing/2014/main" id="{DEAB4CF1-0494-6AFB-CEE0-E30019EA59A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73776160"/>
              </p:ext>
            </p:extLst>
          </p:nvPr>
        </p:nvGraphicFramePr>
        <p:xfrm>
          <a:off x="192422" y="1528946"/>
          <a:ext cx="11807156" cy="380010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58183">
                  <a:extLst>
                    <a:ext uri="{9D8B030D-6E8A-4147-A177-3AD203B41FA5}">
                      <a16:colId xmlns:a16="http://schemas.microsoft.com/office/drawing/2014/main" val="3469551861"/>
                    </a:ext>
                  </a:extLst>
                </a:gridCol>
                <a:gridCol w="31512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542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389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6578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3894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6578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03894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056156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0389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292316">
                <a:tc>
                  <a:txBody>
                    <a:bodyPr/>
                    <a:lstStyle/>
                    <a:p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S.No</a:t>
                      </a:r>
                      <a:endParaRPr lang="en-IN" dirty="0"/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Caste</a:t>
                      </a:r>
                      <a:endParaRPr lang="en-IN" dirty="0"/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Mahishya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Kayastha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Brahmin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515805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Shaikh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018570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Ansari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62895685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Mahato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8327942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Rajbanshi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7770359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Namasudra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424993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Mallah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9778363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Bagda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3150799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Sental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1206625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40967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99255549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4B277C5-6D7A-9296-9129-F4810F0385E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A2EA36A-E97F-FE26-C5D8-A3DFD56BCCB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288B12E-6382-5472-A6ED-93F9363134C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Caste Wise Vote Shares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66F9866-C7C4-C319-71C1-F3E6B016D51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41798227-3358-9D05-E2DF-0F1D61D1B937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31B7110A-2B9B-4F65-EE13-61A00D2EFBB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7378D9C1-933E-26DD-0871-5DC89507E00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39168581"/>
              </p:ext>
            </p:extLst>
          </p:nvPr>
        </p:nvGraphicFramePr>
        <p:xfrm>
          <a:off x="192422" y="1528946"/>
          <a:ext cx="11807156" cy="380010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58183">
                  <a:extLst>
                    <a:ext uri="{9D8B030D-6E8A-4147-A177-3AD203B41FA5}">
                      <a16:colId xmlns:a16="http://schemas.microsoft.com/office/drawing/2014/main" val="3469551861"/>
                    </a:ext>
                  </a:extLst>
                </a:gridCol>
                <a:gridCol w="31512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542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389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6578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3894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6578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03894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056156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0389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292316">
                <a:tc>
                  <a:txBody>
                    <a:bodyPr/>
                    <a:lstStyle/>
                    <a:p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S.No</a:t>
                      </a:r>
                      <a:endParaRPr lang="en-IN" dirty="0"/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Caste</a:t>
                      </a:r>
                      <a:endParaRPr lang="en-IN" dirty="0"/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Mahishya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Kayastha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Brahmin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515805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Shaikh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018570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Ansari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62895685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Mahato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8327942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Rajbanshi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7770359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Namasudra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424993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Mallah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9778363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Bagda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3150799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Sental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1206625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40967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70272527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F60CD5-60FA-D2C7-CAA8-50EB19B10F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4ED00C37-02D6-B4FF-D7A3-8FC0138EB27E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3: Top Reasons for Choosing a Party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A02E87A-74E5-C51A-1E1D-D54898F57AA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43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B17164F4-0618-58D4-873F-397107E10D6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996198038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820FD7B-0382-3426-EC8F-298405406B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29BDB0-3FFB-A066-E6CE-1D6BC9043B9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08CCC24D-953F-E34C-8BBA-FED8A6AB22F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971550"/>
          </a:xfrm>
        </p:spPr>
        <p:txBody>
          <a:bodyPr>
            <a:normAutofit/>
          </a:bodyPr>
          <a:lstStyle/>
          <a:p>
            <a:r>
              <a:rPr lang="en-IN" dirty="0"/>
              <a:t>Top Reasons for Party Choices – 7 DMA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FCC74E4-2A41-B5A8-B082-8BAE30E0937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2" name="Chart 1">
            <a:extLst>
              <a:ext uri="{FF2B5EF4-FFF2-40B4-BE49-F238E27FC236}">
                <a16:creationId xmlns:a16="http://schemas.microsoft.com/office/drawing/2014/main" id="{EA50D08F-0AE1-5749-7618-EEC354B71F3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087102431"/>
              </p:ext>
            </p:extLst>
          </p:nvPr>
        </p:nvGraphicFramePr>
        <p:xfrm>
          <a:off x="-102870" y="1908810"/>
          <a:ext cx="6209030" cy="314367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3" name="Chart 2">
            <a:extLst>
              <a:ext uri="{FF2B5EF4-FFF2-40B4-BE49-F238E27FC236}">
                <a16:creationId xmlns:a16="http://schemas.microsoft.com/office/drawing/2014/main" id="{96B9AC6F-7189-BF02-9D96-51C41CD2CCB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339431987"/>
              </p:ext>
            </p:extLst>
          </p:nvPr>
        </p:nvGraphicFramePr>
        <p:xfrm>
          <a:off x="6096000" y="2091690"/>
          <a:ext cx="6209030" cy="314367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3C480EB8-8F03-F3EF-F9C7-98CAB5E0792E}"/>
              </a:ext>
            </a:extLst>
          </p:cNvPr>
          <p:cNvSpPr txBox="1"/>
          <p:nvPr/>
        </p:nvSpPr>
        <p:spPr>
          <a:xfrm>
            <a:off x="79378" y="5052482"/>
            <a:ext cx="173736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IN" sz="1400" b="1" dirty="0"/>
              <a:t>Base: 21,963</a:t>
            </a:r>
          </a:p>
        </p:txBody>
      </p:sp>
      <p:sp>
        <p:nvSpPr>
          <p:cNvPr id="9" name="object 7">
            <a:extLst>
              <a:ext uri="{FF2B5EF4-FFF2-40B4-BE49-F238E27FC236}">
                <a16:creationId xmlns:a16="http://schemas.microsoft.com/office/drawing/2014/main" id="{2D24CB82-F487-A0B6-3A8F-0F5CFD87942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81115384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7530A63-13A8-8BD0-2D09-2B6200D7477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A9D6640-987D-1BC8-15CE-7B59D2A9DF6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971550"/>
          </a:xfrm>
        </p:spPr>
        <p:txBody>
          <a:bodyPr>
            <a:normAutofit/>
          </a:bodyPr>
          <a:lstStyle/>
          <a:p>
            <a:r>
              <a:rPr lang="en-IN" dirty="0"/>
              <a:t>Top Reasons for Party Choices - Overall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75EAAC4-8307-A90F-65D9-86755675858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2" name="Chart 1">
            <a:extLst>
              <a:ext uri="{FF2B5EF4-FFF2-40B4-BE49-F238E27FC236}">
                <a16:creationId xmlns:a16="http://schemas.microsoft.com/office/drawing/2014/main" id="{32E6A637-699A-869A-7883-DAF659CA279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029863210"/>
              </p:ext>
            </p:extLst>
          </p:nvPr>
        </p:nvGraphicFramePr>
        <p:xfrm>
          <a:off x="-102870" y="1908810"/>
          <a:ext cx="6209030" cy="314367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3" name="Chart 2">
            <a:extLst>
              <a:ext uri="{FF2B5EF4-FFF2-40B4-BE49-F238E27FC236}">
                <a16:creationId xmlns:a16="http://schemas.microsoft.com/office/drawing/2014/main" id="{F7685BD4-34C1-7EB0-A514-3ACA59D0956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39905976"/>
              </p:ext>
            </p:extLst>
          </p:nvPr>
        </p:nvGraphicFramePr>
        <p:xfrm>
          <a:off x="6096000" y="2091690"/>
          <a:ext cx="6209030" cy="314367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17EFE630-8099-F2FE-4FB2-7CD05651CFC6}"/>
              </a:ext>
            </a:extLst>
          </p:cNvPr>
          <p:cNvSpPr txBox="1"/>
          <p:nvPr/>
        </p:nvSpPr>
        <p:spPr>
          <a:xfrm>
            <a:off x="79378" y="5052483"/>
            <a:ext cx="173736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IN" sz="1400" b="1" dirty="0"/>
              <a:t>Base: 49,099</a:t>
            </a:r>
          </a:p>
        </p:txBody>
      </p:sp>
      <p:sp>
        <p:nvSpPr>
          <p:cNvPr id="9" name="object 7">
            <a:extLst>
              <a:ext uri="{FF2B5EF4-FFF2-40B4-BE49-F238E27FC236}">
                <a16:creationId xmlns:a16="http://schemas.microsoft.com/office/drawing/2014/main" id="{7284391F-5AC6-9A3B-E814-854C2B4F740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0371064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EE596B7-1B62-5CBC-225F-F422ABA9208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8AD0B43E-EC57-E18D-64B0-B74DD15B3CF1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4: Gains and Losses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74DDAC-E3CC-9611-7603-981E8B53DFB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46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62FB74F4-ADC2-54E4-5B28-77E57EF07C7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718855840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923578-4ADB-B55C-C59B-1078511F4B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728DC974-0BA1-5691-2778-F7E90B0AC5F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DD6EC226-8F67-A587-57FB-B91401C8A17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US" dirty="0"/>
              <a:t>Gains and Losses- 7 DMA</a:t>
            </a: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1E37E77E-EF44-2CB7-19C9-23425621230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A66F234C-3DEA-55CB-689D-53B789AE55C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02691607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48.1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79.9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37.9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B5DEBA51-BFF9-4791-06B1-65E4FC1D7831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44233105-C008-1D38-B31C-5DFE785497EC}"/>
              </a:ext>
            </a:extLst>
          </p:cNvPr>
          <p:cNvSpPr txBox="1"/>
          <p:nvPr/>
        </p:nvSpPr>
        <p:spPr>
          <a:xfrm>
            <a:off x="1546021" y="5089038"/>
            <a:ext cx="3504444" cy="2282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400" b="1" dirty="0">
                <a:solidFill>
                  <a:prstClr val="black"/>
                </a:solidFill>
                <a:latin typeface="+mj-lt"/>
                <a:cs typeface="Calibri"/>
              </a:rPr>
              <a:t>Base of all eligible voters of 2021</a:t>
            </a:r>
            <a:r>
              <a:rPr kumimoji="0" lang="en-US" sz="14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4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:</a:t>
            </a:r>
            <a:r>
              <a:rPr kumimoji="0" lang="en-US" sz="14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21,006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32A31000-DEA5-1941-3DE3-527D75237245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89F0AF42-D850-9FF8-E98C-F66C9AE0B7AB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4988971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74AD50-6A79-5154-F7DF-B5C226D7A1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F82E4D28-877B-EB6A-1949-76A3E0556EE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3BA066B2-1C23-BBC7-0D16-F2344A0EA0F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US" dirty="0"/>
              <a:t>Gains and Losses- </a:t>
            </a:r>
            <a:r>
              <a:rPr lang="en-IN" dirty="0"/>
              <a:t>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A68D9D88-BB6E-6428-3AD2-98B5491860A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D1A7368C-5B08-2EC2-E582-FB46949392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87125203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E20377D5-858B-8482-D2FC-2948E37B226C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19DB5033-6306-CA9D-E446-874483EC65B5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rPr lang="en-US" sz="1400" b="1" dirty="0">
                <a:solidFill>
                  <a:prstClr val="black"/>
                </a:solidFill>
                <a:cs typeface="Calibri"/>
              </a:rPr>
              <a:t>Base of all eligible voters of 2021 </a:t>
            </a:r>
            <a:r>
              <a:rPr lang="en-US" sz="1400" b="1" spc="-5" dirty="0">
                <a:solidFill>
                  <a:prstClr val="black"/>
                </a:solidFill>
                <a:cs typeface="Calibri"/>
              </a:rPr>
              <a:t>: 46,431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911474E7-43A9-613F-4456-DD4386AD2792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A849618A-0613-A3F8-891A-E1832431B3C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96162425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730AEFF-2C3C-655E-AC75-DE38C274DD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62A28187-7C4D-8933-2D91-14C0693007E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6EF27C52-159D-CF4A-07F0-F118482E46A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US" dirty="0"/>
              <a:t>Gains and Losses- </a:t>
            </a:r>
            <a:r>
              <a:rPr lang="en-IN" dirty="0"/>
              <a:t>Urban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F44BBBA9-118A-17E6-B2CE-DE34D927392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2FB7050C-2D41-DF9B-9365-3975B444742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25555232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8362A149-50A1-2A84-42FF-3DC900AA1CD7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4C12CD88-ED39-B50E-A65D-D2A7AEEDB82C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rPr lang="en-US" sz="1400" b="1" dirty="0">
                <a:solidFill>
                  <a:prstClr val="black"/>
                </a:solidFill>
                <a:cs typeface="Calibri"/>
              </a:rPr>
              <a:t>Base of all eligible voters of 2021 </a:t>
            </a:r>
            <a:r>
              <a:rPr lang="en-US" sz="1400" b="1" spc="-5" dirty="0">
                <a:solidFill>
                  <a:prstClr val="black"/>
                </a:solidFill>
                <a:cs typeface="Calibri"/>
              </a:rPr>
              <a:t>: 4,094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1B65FB26-D7C7-AB5A-7F97-517564E99A72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D3535AE0-A2E8-1957-10A0-5CB2BF79F81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11374900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7E60D26-C9E0-2CDB-4B12-0C319ADB77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5AC18B03-31FB-D1EC-57DE-66F6D5BACD2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EBDF8816-7993-2305-C1E4-D193C60BDAC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US" dirty="0"/>
              <a:t>Gains and Losses- </a:t>
            </a:r>
            <a:r>
              <a:rPr lang="en-IN" dirty="0"/>
              <a:t>Rural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EE6D4E01-CC6A-21E5-CA86-67C53AE032A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F5E85A59-4F85-E49D-B44B-59EC055867C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17405149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3417DAB5-3613-1417-5363-D17976932629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B05CF940-B435-EBEE-950C-6C99892406C6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rPr lang="en-US" sz="1400" b="1" dirty="0">
                <a:solidFill>
                  <a:prstClr val="black"/>
                </a:solidFill>
                <a:cs typeface="Calibri"/>
              </a:rPr>
              <a:t>Base of all eligible voters of 2021 </a:t>
            </a:r>
            <a:r>
              <a:rPr lang="en-US" sz="1400" b="1" spc="-5" dirty="0">
                <a:solidFill>
                  <a:prstClr val="black"/>
                </a:solidFill>
                <a:cs typeface="Calibri"/>
              </a:rPr>
              <a:t>: 22,046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259D6746-FC40-A9D0-022F-36D58A366696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22203CF6-FBE8-2F17-03D5-08F2BD4CEE9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74097794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D40597C-0121-0F48-C9CE-2C55ED830A6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A6483E1D-EDB2-70D2-F7BB-EFF3E096D32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476E17C4-8C2F-A8B7-3A6C-C6945EB03DA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US" dirty="0"/>
              <a:t>Gains and Losses- </a:t>
            </a:r>
            <a:r>
              <a:rPr lang="en-IN" dirty="0"/>
              <a:t>Male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63B11BEC-6A91-70D1-3A2C-A4435AB8172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2B359982-FD4D-7525-F90B-1300CCECFB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09177892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69.4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6AAA0DC6-B485-929E-148B-68A86CBF55CC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AD608BC8-0369-6B62-EA90-23C9B7500BDD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rPr lang="en-US" sz="1400" b="1" dirty="0">
                <a:solidFill>
                  <a:prstClr val="black"/>
                </a:solidFill>
                <a:cs typeface="Calibri"/>
              </a:rPr>
              <a:t>Base of all eligible voters of 2021 </a:t>
            </a:r>
            <a:r>
              <a:rPr lang="en-US" sz="1400" b="1" spc="-5" dirty="0">
                <a:solidFill>
                  <a:prstClr val="black"/>
                </a:solidFill>
                <a:cs typeface="Calibri"/>
              </a:rPr>
              <a:t>: 3,331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D838A48B-968C-0E26-FAEE-FCB6309F2BA2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B2347485-70F8-B082-F69D-C8078F13CAA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37313933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1A168F-2C6F-B7F1-1D02-4478BC2E64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23E521E0-3A00-4273-7BF7-0DC9B975F5D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ACAA0AF1-4DB1-8C3B-8B6D-05F04E222A4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 fontScale="90000"/>
          </a:bodyPr>
          <a:lstStyle/>
          <a:p>
            <a:r>
              <a:rPr lang="en-US" dirty="0"/>
              <a:t>Gains and Losses- </a:t>
            </a:r>
            <a:r>
              <a:rPr lang="en-IN" dirty="0"/>
              <a:t>Female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E3AF23AF-D5F8-15F1-C91D-38F161B6680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A017F9A7-AD99-D9BB-5856-4D4F42B5EA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76387233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9A28C597-F780-A22C-E190-4B185AFEC4C7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2876C371-D1A1-D596-9597-5C53BD6DF82A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rPr lang="en-US" sz="1400" b="1" dirty="0">
                <a:solidFill>
                  <a:prstClr val="black"/>
                </a:solidFill>
                <a:cs typeface="Calibri"/>
              </a:rPr>
              <a:t>Base of all eligible voters of 2021 </a:t>
            </a:r>
            <a:r>
              <a:rPr lang="en-US" sz="1400" b="1" spc="-5" dirty="0">
                <a:solidFill>
                  <a:prstClr val="black"/>
                </a:solidFill>
                <a:cs typeface="Calibri"/>
              </a:rPr>
              <a:t>: 13,100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5F9AA3D4-A517-F679-EA17-E0116CE4EFC4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EBA6549F-E942-427F-657D-C1D4961AEC0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14883363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72B36F9-1C73-30EB-A7E5-0FD38332F8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DB2AA241-55AD-0EA1-F349-6F621783703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DD9FEA29-B642-1EBB-758B-7CEA8A8A44A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0249786" cy="971550"/>
          </a:xfrm>
        </p:spPr>
        <p:txBody>
          <a:bodyPr>
            <a:normAutofit fontScale="90000"/>
          </a:bodyPr>
          <a:lstStyle/>
          <a:p>
            <a:r>
              <a:rPr lang="en-US" dirty="0"/>
              <a:t>Gains and Losses- </a:t>
            </a:r>
            <a:r>
              <a:rPr lang="en-IN" dirty="0"/>
              <a:t>18-25 Age Group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1D5AA737-67D1-4BE5-5A17-5697084846F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03D2F321-2157-40C1-DA03-21F59B7D347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89293146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8EBA2063-2DFF-8470-ED62-F3B396A094EE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1F2CBB13-57DB-C3FA-94A3-38EE6F045FFF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rPr lang="en-US" sz="1400" b="1" dirty="0">
                <a:solidFill>
                  <a:prstClr val="black"/>
                </a:solidFill>
                <a:cs typeface="Calibri"/>
              </a:rPr>
              <a:t>Base of all eligible voters of 2021 </a:t>
            </a:r>
            <a:r>
              <a:rPr lang="en-US" sz="1400" b="1" spc="-5" dirty="0">
                <a:solidFill>
                  <a:prstClr val="black"/>
                </a:solidFill>
                <a:cs typeface="Calibri"/>
              </a:rPr>
              <a:t>: 4,846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4B195852-702D-3115-62E6-65349A01F5EF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FC735B16-8E9E-EE42-9501-AD6EEF84A357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7937832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EC98688-076D-B6D9-64C5-9B337DC9B71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C721ED03-F889-D934-DB66-4BE04A15AA1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6DD1E73E-32A7-B1D9-C806-D8C0849E06E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9898380" cy="971550"/>
          </a:xfrm>
        </p:spPr>
        <p:txBody>
          <a:bodyPr>
            <a:normAutofit fontScale="90000"/>
          </a:bodyPr>
          <a:lstStyle/>
          <a:p>
            <a:r>
              <a:rPr lang="en-US" dirty="0"/>
              <a:t>Gains and Losses- 26</a:t>
            </a:r>
            <a:r>
              <a:rPr lang="en-IN" dirty="0"/>
              <a:t>-34 Age Group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75C368AB-3369-6E10-9966-DC9CF336B71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BE304C8F-A6B9-F2FA-41C6-718FAEA7FF9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02005990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1CE3655D-23BD-05DC-0EC3-D0760039F373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A762A399-2342-716D-142C-2C2FC436BF1B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rPr lang="en-US" sz="1400" b="1" dirty="0">
                <a:solidFill>
                  <a:prstClr val="black"/>
                </a:solidFill>
                <a:cs typeface="Calibri"/>
              </a:rPr>
              <a:t>Base of all eligible voters of 2021 </a:t>
            </a:r>
            <a:r>
              <a:rPr lang="en-US" sz="1400" b="1" spc="-5" dirty="0">
                <a:solidFill>
                  <a:prstClr val="black"/>
                </a:solidFill>
                <a:cs typeface="Calibri"/>
              </a:rPr>
              <a:t>: 13,870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0F3D9B3A-7825-31DD-661E-096E1C415F22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5C79DE74-6F7F-EFC8-041B-0C66EAFE46A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01635850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A17CFB-AA68-833D-D171-9226809DF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B3D938A0-7FE9-64C7-BA81-DE75D347875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C61C1AE6-15E3-C3F9-F852-724D6040DDE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" y="1"/>
            <a:ext cx="9579935" cy="971550"/>
          </a:xfrm>
        </p:spPr>
        <p:txBody>
          <a:bodyPr>
            <a:normAutofit fontScale="90000"/>
          </a:bodyPr>
          <a:lstStyle/>
          <a:p>
            <a:r>
              <a:rPr lang="en-US" dirty="0"/>
              <a:t>Gains and Losses- 36</a:t>
            </a:r>
            <a:r>
              <a:rPr lang="en-IN" dirty="0"/>
              <a:t>-50 Age Group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5418FEEA-9336-AE1D-902A-50EA409733A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74D92D76-FD76-229C-E7C2-2AEE0B5E4EB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28111261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6A59C56D-9E56-4F83-663E-5AB9C4C46065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C9A7F202-CD72-1BBF-F3FB-1294897578B9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rPr lang="en-US" sz="1400" b="1" dirty="0">
                <a:solidFill>
                  <a:prstClr val="black"/>
                </a:solidFill>
                <a:cs typeface="Calibri"/>
              </a:rPr>
              <a:t>Base of all eligible voters of 2021 </a:t>
            </a:r>
            <a:r>
              <a:rPr lang="en-US" sz="1400" b="1" spc="-5" dirty="0">
                <a:solidFill>
                  <a:prstClr val="black"/>
                </a:solidFill>
                <a:cs typeface="Calibri"/>
              </a:rPr>
              <a:t>: 16,837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30637F60-A0B4-8869-4040-FFF8488680DA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E1628CFB-C5B1-1D3B-C540-D4E0EBE9131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3459980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6A42E8-489F-1B80-4A56-F3E1C26CE6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39EFED82-4FE3-FD65-4036-3F2AAF91CB8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5F9BAD0C-E5F1-6BF8-6332-17C64A4D7D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" y="1"/>
            <a:ext cx="9431079" cy="971550"/>
          </a:xfrm>
        </p:spPr>
        <p:txBody>
          <a:bodyPr>
            <a:normAutofit fontScale="90000"/>
          </a:bodyPr>
          <a:lstStyle/>
          <a:p>
            <a:r>
              <a:rPr lang="en-US" dirty="0"/>
              <a:t>Gains and Losses- 50+</a:t>
            </a:r>
            <a:r>
              <a:rPr lang="en-IN" dirty="0"/>
              <a:t> Age Group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BDD53D93-3ED3-5170-5B38-94130BF111C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7606D318-63C2-9BEE-259F-696A314CC55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72984537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789E7348-8AAB-E63E-5E3C-DF81ABA57259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2E3AC9F5-5C04-CE1A-8CB5-081FEA1155F4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rPr lang="en-US" sz="1400" b="1" dirty="0">
                <a:solidFill>
                  <a:prstClr val="black"/>
                </a:solidFill>
                <a:cs typeface="Calibri"/>
              </a:rPr>
              <a:t>Base of all eligible voters of 2021 </a:t>
            </a:r>
            <a:r>
              <a:rPr lang="en-US" sz="1400" b="1" spc="-5" dirty="0">
                <a:solidFill>
                  <a:prstClr val="black"/>
                </a:solidFill>
                <a:cs typeface="Calibri"/>
              </a:rPr>
              <a:t>: 10,878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1ECF097A-18F2-C856-E80A-A56D15DF303A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23178DA5-4C8C-8675-96F9-DAC87B530E1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76382964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6C550B-D5B0-05DF-0156-1B748DC97A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09451EB0-AE1D-7C01-DCDA-55A10C320A2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8BD5F015-9AA3-C27D-16C6-136B7281C3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 fontScale="90000"/>
          </a:bodyPr>
          <a:lstStyle/>
          <a:p>
            <a:r>
              <a:rPr lang="en-US" dirty="0"/>
              <a:t>Gains and Losses- </a:t>
            </a:r>
            <a:r>
              <a:rPr lang="en-IN" dirty="0"/>
              <a:t>Hindus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60B5E0FD-D75F-915C-1C0E-4EE1D853881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717CA230-9312-492C-D3D3-D3462A741A0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3663644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655EDE57-7904-69CC-2D46-A607382F4934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06E566C6-F317-03F8-75F2-F3B58B08366A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rPr lang="en-US" sz="1400" b="1" dirty="0">
                <a:solidFill>
                  <a:prstClr val="black"/>
                </a:solidFill>
                <a:cs typeface="Calibri"/>
              </a:rPr>
              <a:t>Base of all eligible voters of 2021 </a:t>
            </a:r>
            <a:r>
              <a:rPr lang="en-US" sz="1400" b="1" spc="-5" dirty="0">
                <a:solidFill>
                  <a:prstClr val="black"/>
                </a:solidFill>
                <a:cs typeface="Calibri"/>
              </a:rPr>
              <a:t>: 32,269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2D8BBDE9-F39A-C767-707C-79DABC57391D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8FF50D8E-7969-509C-91CE-E295381FF35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190132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F77ED78-EF55-43CC-3BF4-C16B7C32AD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8D317954-5FEC-3149-3E53-FB4F5BB2932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AB97A81B-8EAD-AA01-3F16-2CD177AAB4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 fontScale="90000"/>
          </a:bodyPr>
          <a:lstStyle/>
          <a:p>
            <a:r>
              <a:rPr lang="en-US" dirty="0"/>
              <a:t>Gains and Losses- </a:t>
            </a:r>
            <a:r>
              <a:rPr lang="en-IN" dirty="0"/>
              <a:t>Muslims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5BDF2FF3-7AB4-8228-01F7-583C4D29E602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C3C4B30B-056E-3EAA-7542-5BA90E16511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88962233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55365E43-99CE-F08B-EA35-4FC5AD6F38A2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A59F4D98-A709-FCAC-F82F-B35FFD1AD4DA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rPr lang="en-US" sz="1400" b="1" dirty="0">
                <a:solidFill>
                  <a:prstClr val="black"/>
                </a:solidFill>
                <a:cs typeface="Calibri"/>
              </a:rPr>
              <a:t>Base of all eligible voters of 2021 </a:t>
            </a:r>
            <a:r>
              <a:rPr lang="en-US" sz="1400" b="1" spc="-5" dirty="0">
                <a:solidFill>
                  <a:prstClr val="black"/>
                </a:solidFill>
                <a:cs typeface="Calibri"/>
              </a:rPr>
              <a:t>: 12,555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5D60B26F-56A4-44BF-A0A7-A3D2B5EE22C6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CB2F9765-A205-7344-76D6-D645F9820CA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9330428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7EFEF2F-9834-617A-E972-1E462DF443D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7E1F783E-A7B2-E9A0-9D26-CFD619EE5A7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F93D3765-7870-03F8-EE58-323BED99186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" y="1"/>
            <a:ext cx="11217480" cy="971550"/>
          </a:xfrm>
        </p:spPr>
        <p:txBody>
          <a:bodyPr>
            <a:normAutofit fontScale="90000"/>
          </a:bodyPr>
          <a:lstStyle/>
          <a:p>
            <a:r>
              <a:rPr lang="en-US" dirty="0"/>
              <a:t>Gains and Losses- </a:t>
            </a:r>
            <a:r>
              <a:rPr lang="en-IN" dirty="0"/>
              <a:t>General+ OBC Category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A8C7D241-0241-C3E9-8EEC-61942401BCF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81C25FE8-0451-AE6E-1377-A681C756F24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34091341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AE1FE5CA-E21A-4161-AC01-40B7769C385A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B51E6172-73FB-B9A0-8870-4A80DF5C63C8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rPr lang="en-US" sz="1400" b="1" dirty="0">
                <a:solidFill>
                  <a:prstClr val="black"/>
                </a:solidFill>
                <a:cs typeface="Calibri"/>
              </a:rPr>
              <a:t>Base of all eligible voters of 2021 </a:t>
            </a:r>
            <a:r>
              <a:rPr lang="en-US" sz="1400" b="1" spc="-5" dirty="0">
                <a:solidFill>
                  <a:prstClr val="black"/>
                </a:solidFill>
                <a:cs typeface="Calibri"/>
              </a:rPr>
              <a:t>: 30,490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83158A30-9D18-3391-6ED5-A6D1E77FF9BB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DC1C7F49-2246-2F09-0334-F1FED6BC8D2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83315048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22C18B7-F1CE-01AA-038E-01C2E2C21F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B4EC0B8A-3182-886E-112B-C81F94DC33E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BF24F109-AA8C-8580-4FA0-432575975F1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9494874" cy="971550"/>
          </a:xfrm>
        </p:spPr>
        <p:txBody>
          <a:bodyPr>
            <a:normAutofit/>
          </a:bodyPr>
          <a:lstStyle/>
          <a:p>
            <a:r>
              <a:rPr lang="en-US" dirty="0"/>
              <a:t>Gains and Losses- </a:t>
            </a:r>
            <a:r>
              <a:rPr lang="en-IN" dirty="0"/>
              <a:t>SC Category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9580783B-2B81-0977-967C-620F6262A9B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56081621-1721-4DBA-14B6-20E0A06699A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67392766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79.7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D0112F23-6BE9-83AD-60E1-A900EA752779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2BDEA47E-C9A2-E827-3851-E8F6310B3B2A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rPr lang="en-US" sz="1400" b="1" dirty="0">
                <a:solidFill>
                  <a:prstClr val="black"/>
                </a:solidFill>
                <a:cs typeface="Calibri"/>
              </a:rPr>
              <a:t>Base of all eligible voters of 2021 </a:t>
            </a:r>
            <a:r>
              <a:rPr lang="en-US" sz="1400" b="1" spc="-5" dirty="0">
                <a:solidFill>
                  <a:prstClr val="black"/>
                </a:solidFill>
                <a:cs typeface="Calibri"/>
              </a:rPr>
              <a:t>: 10,687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F7D5563C-6E26-164B-84AF-277DAE0EE19B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EB768428-B899-8E4E-A676-23836FF7F637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83851950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5BB3FC4-AA5F-5C5A-D202-CB43898454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DB1EE8BE-12AF-BD56-80FD-FC1A26D0412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7706AAC5-EA35-29D4-A55B-50A412C5461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" y="1"/>
            <a:ext cx="9099957" cy="971550"/>
          </a:xfrm>
        </p:spPr>
        <p:txBody>
          <a:bodyPr>
            <a:normAutofit fontScale="90000"/>
          </a:bodyPr>
          <a:lstStyle/>
          <a:p>
            <a:r>
              <a:rPr lang="en-US" dirty="0"/>
              <a:t>Gains and Losses- </a:t>
            </a:r>
            <a:r>
              <a:rPr lang="en-IN" dirty="0"/>
              <a:t>ST Category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B18CE628-A173-B72F-958A-3118EB86C22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CAE6C37B-E40B-BF6A-0E52-1745F7771A9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75622535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79.7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69.4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2ADFD0E1-954A-1D97-0989-4BA2DD6DD626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0A0D0766-4C55-13CF-8635-26CD2D35B15B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rPr lang="en-US" sz="1400" b="1" dirty="0">
                <a:solidFill>
                  <a:prstClr val="black"/>
                </a:solidFill>
                <a:cs typeface="Calibri"/>
              </a:rPr>
              <a:t>Base of all eligible voters of 2021 </a:t>
            </a:r>
            <a:r>
              <a:rPr lang="en-US" sz="1400" b="1" spc="-5" dirty="0">
                <a:solidFill>
                  <a:prstClr val="black"/>
                </a:solidFill>
                <a:cs typeface="Calibri"/>
              </a:rPr>
              <a:t>: 2,780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E12EDFE2-F04F-989F-A0C5-313E5C5F573A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40FC2806-8DC3-1105-0034-76AA9C133CE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74900048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D5E7E7B-7318-BCD4-07AD-A8CD0B4132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3A1216BD-7A93-23DA-AB3F-BFA08F9A94C9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5: Vote Transferability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5116FC2-8043-B9F6-710D-44A9C48048A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62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2BC9044C-B3DC-B96F-4430-EA5F24A258F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788794065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D91FE5-D756-F980-CE03-292708CF9F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2CD6045-0C95-2005-9660-CB9D1F8543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2BA51CB-92A4-B5BB-E050-E8203A9DF67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US" dirty="0"/>
              <a:t>Vote Transferability- 7 DMA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08485A05-18D6-7E6C-EA36-1A21D692C04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2" name="object 2">
            <a:extLst>
              <a:ext uri="{FF2B5EF4-FFF2-40B4-BE49-F238E27FC236}">
                <a16:creationId xmlns:a16="http://schemas.microsoft.com/office/drawing/2014/main" id="{2ACD7DAB-6F05-E657-7EE9-758F89EFCF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49240555"/>
              </p:ext>
            </p:extLst>
          </p:nvPr>
        </p:nvGraphicFramePr>
        <p:xfrm>
          <a:off x="1546021" y="1856423"/>
          <a:ext cx="9232469" cy="27879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5039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000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5712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25712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29638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25712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25712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25712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330733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Second 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136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8304">
                <a:tc rowSpan="6">
                  <a:txBody>
                    <a:bodyPr/>
                    <a:lstStyle/>
                    <a:p>
                      <a:pPr marL="752475" indent="-571500" algn="ctr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First 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426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8304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4902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8304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319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N+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W</a:t>
                      </a:r>
                      <a:r>
                        <a:rPr sz="1800" b="1" spc="-5" dirty="0">
                          <a:latin typeface="+mj-lt"/>
                          <a:cs typeface="Calibri"/>
                        </a:rPr>
                        <a:t>+R*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59.4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3" name="object 3">
            <a:extLst>
              <a:ext uri="{FF2B5EF4-FFF2-40B4-BE49-F238E27FC236}">
                <a16:creationId xmlns:a16="http://schemas.microsoft.com/office/drawing/2014/main" id="{B985EB48-36CE-B898-ECDE-A5A363F119DF}"/>
              </a:ext>
            </a:extLst>
          </p:cNvPr>
          <p:cNvSpPr txBox="1"/>
          <p:nvPr/>
        </p:nvSpPr>
        <p:spPr>
          <a:xfrm>
            <a:off x="7828597" y="5993539"/>
            <a:ext cx="4307205" cy="3821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8" name="object 3">
            <a:extLst>
              <a:ext uri="{FF2B5EF4-FFF2-40B4-BE49-F238E27FC236}">
                <a16:creationId xmlns:a16="http://schemas.microsoft.com/office/drawing/2014/main" id="{115BE9C0-6BB4-CC80-8F0F-06C581F12E4E}"/>
              </a:ext>
            </a:extLst>
          </p:cNvPr>
          <p:cNvSpPr txBox="1"/>
          <p:nvPr/>
        </p:nvSpPr>
        <p:spPr>
          <a:xfrm>
            <a:off x="1546021" y="4785442"/>
            <a:ext cx="2004568" cy="2282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Base </a:t>
            </a:r>
            <a:r>
              <a:rPr kumimoji="0" sz="14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:</a:t>
            </a:r>
            <a:r>
              <a:rPr kumimoji="0" lang="en-IN" sz="14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20,316</a:t>
            </a:r>
            <a:endParaRPr kumimoji="0" lang="en-US" sz="1400" b="1" u="none" strike="noStrike" kern="1200" cap="none" spc="-5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5D5AE7D-7324-6BEC-04E8-A91BF708E2B8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9" name="object 7">
            <a:extLst>
              <a:ext uri="{FF2B5EF4-FFF2-40B4-BE49-F238E27FC236}">
                <a16:creationId xmlns:a16="http://schemas.microsoft.com/office/drawing/2014/main" id="{C41A7EBE-D44F-2D40-97F4-16679EE65780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95502652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8935553-8026-5B48-2EF1-462FEB2A57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ADE2D77-8F51-CE62-3002-8B8CE86ED25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5E3651C-ADD9-968E-91FE-C52C08A47D6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US" dirty="0"/>
              <a:t>Vote Transferability- Overall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055459E-D77E-EF22-45B2-E7E934799EE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2" name="object 2">
            <a:extLst>
              <a:ext uri="{FF2B5EF4-FFF2-40B4-BE49-F238E27FC236}">
                <a16:creationId xmlns:a16="http://schemas.microsoft.com/office/drawing/2014/main" id="{679711E8-DF96-417F-8A40-48A59FE5153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26519274"/>
              </p:ext>
            </p:extLst>
          </p:nvPr>
        </p:nvGraphicFramePr>
        <p:xfrm>
          <a:off x="1546021" y="1856423"/>
          <a:ext cx="9232469" cy="27879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5039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000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5712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25712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29638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25712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25712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25712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330733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Second 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136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8304">
                <a:tc rowSpan="6">
                  <a:txBody>
                    <a:bodyPr/>
                    <a:lstStyle/>
                    <a:p>
                      <a:pPr marL="752475" indent="-571500" algn="ctr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First 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426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8304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4902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8304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319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N+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W</a:t>
                      </a:r>
                      <a:r>
                        <a:rPr sz="1800" b="1" spc="-5" dirty="0">
                          <a:latin typeface="+mj-lt"/>
                          <a:cs typeface="Calibri"/>
                        </a:rPr>
                        <a:t>+R*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3" name="object 3">
            <a:extLst>
              <a:ext uri="{FF2B5EF4-FFF2-40B4-BE49-F238E27FC236}">
                <a16:creationId xmlns:a16="http://schemas.microsoft.com/office/drawing/2014/main" id="{3E13BDA1-72FB-4520-1A1E-420D56E3FB84}"/>
              </a:ext>
            </a:extLst>
          </p:cNvPr>
          <p:cNvSpPr txBox="1"/>
          <p:nvPr/>
        </p:nvSpPr>
        <p:spPr>
          <a:xfrm>
            <a:off x="7828597" y="5993539"/>
            <a:ext cx="4307205" cy="3821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C711A5B-A0ED-BAC0-9170-72053D2F6DF7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9" name="object 7">
            <a:extLst>
              <a:ext uri="{FF2B5EF4-FFF2-40B4-BE49-F238E27FC236}">
                <a16:creationId xmlns:a16="http://schemas.microsoft.com/office/drawing/2014/main" id="{9F315FC3-B393-2755-A472-A6C1EB6A517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0" name="object 3">
            <a:extLst>
              <a:ext uri="{FF2B5EF4-FFF2-40B4-BE49-F238E27FC236}">
                <a16:creationId xmlns:a16="http://schemas.microsoft.com/office/drawing/2014/main" id="{28DCDB5D-AF58-5B37-094C-BC6616EBEEC7}"/>
              </a:ext>
            </a:extLst>
          </p:cNvPr>
          <p:cNvSpPr txBox="1"/>
          <p:nvPr/>
        </p:nvSpPr>
        <p:spPr>
          <a:xfrm>
            <a:off x="1546021" y="4785442"/>
            <a:ext cx="2004568" cy="2282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rPr kumimoji="0" lang="en-US" sz="14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Base </a:t>
            </a:r>
            <a:r>
              <a:rPr kumimoji="0" sz="14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:</a:t>
            </a:r>
            <a:r>
              <a:rPr kumimoji="0" lang="en-IN" sz="14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lang="en-IN" sz="1400" b="1" spc="-5" dirty="0">
                <a:solidFill>
                  <a:prstClr val="black"/>
                </a:solidFill>
                <a:latin typeface="+mj-lt"/>
                <a:cs typeface="Calibri"/>
              </a:rPr>
              <a:t>47,456</a:t>
            </a:r>
            <a:endParaRPr kumimoji="0" lang="en-US" sz="1400" b="1" u="none" strike="noStrike" kern="1200" cap="none" spc="-5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4136749454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47C0273-6CD2-445F-CDC8-46A8823460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A8413E0D-887D-FC35-16AB-E48F4C54B0F3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6: Preferred CM Candidate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3FE0615-CE74-0FF0-F52E-51D8A6F0427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65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D06816AF-1C49-10C9-8367-4BFCE2BD886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371785490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B6D7BDA-08C0-C18F-1346-8CD51D59E72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8B960419-A2F2-F3C2-64F1-12C8F580361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Preferred CM Candidate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5F258969-03CE-D370-039F-2C5E765E1DF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2" name="object 7">
            <a:extLst>
              <a:ext uri="{FF2B5EF4-FFF2-40B4-BE49-F238E27FC236}">
                <a16:creationId xmlns:a16="http://schemas.microsoft.com/office/drawing/2014/main" id="{C827E86D-5A7E-4353-0F30-C5232A503E44}"/>
              </a:ext>
            </a:extLst>
          </p:cNvPr>
          <p:cNvGraphicFramePr>
            <a:graphicFrameLocks noGrp="1"/>
          </p:cNvGraphicFramePr>
          <p:nvPr/>
        </p:nvGraphicFramePr>
        <p:xfrm>
          <a:off x="1560576" y="979174"/>
          <a:ext cx="9070849" cy="489965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953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1689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892235">
                  <a:extLst>
                    <a:ext uri="{9D8B030D-6E8A-4147-A177-3AD203B41FA5}">
                      <a16:colId xmlns:a16="http://schemas.microsoft.com/office/drawing/2014/main" val="4238969270"/>
                    </a:ext>
                  </a:extLst>
                </a:gridCol>
                <a:gridCol w="1620045">
                  <a:extLst>
                    <a:ext uri="{9D8B030D-6E8A-4147-A177-3AD203B41FA5}">
                      <a16:colId xmlns:a16="http://schemas.microsoft.com/office/drawing/2014/main" val="734484139"/>
                    </a:ext>
                  </a:extLst>
                </a:gridCol>
                <a:gridCol w="1620045">
                  <a:extLst>
                    <a:ext uri="{9D8B030D-6E8A-4147-A177-3AD203B41FA5}">
                      <a16:colId xmlns:a16="http://schemas.microsoft.com/office/drawing/2014/main" val="1973806288"/>
                    </a:ext>
                  </a:extLst>
                </a:gridCol>
              </a:tblGrid>
              <a:tr h="119817">
                <a:tc rowSpan="2">
                  <a:txBody>
                    <a:bodyPr/>
                    <a:lstStyle/>
                    <a:p>
                      <a:pPr marL="215900">
                        <a:lnSpc>
                          <a:spcPct val="100000"/>
                        </a:lnSpc>
                      </a:pPr>
                      <a:r>
                        <a:rPr sz="1800" b="1" spc="14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S.</a:t>
                      </a:r>
                      <a:r>
                        <a:rPr lang="en-US" sz="1800" b="1" spc="14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8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No.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095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950594">
                        <a:lnSpc>
                          <a:spcPct val="100000"/>
                        </a:lnSpc>
                      </a:pPr>
                      <a:r>
                        <a:rPr sz="1800" b="1" spc="7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Chief</a:t>
                      </a:r>
                      <a:r>
                        <a:rPr sz="1800" b="1" spc="1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4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Minister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095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92075" indent="0" algn="l">
                        <a:lnSpc>
                          <a:spcPct val="100000"/>
                        </a:lnSpc>
                      </a:pPr>
                      <a:r>
                        <a:rPr lang="en-US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Party 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095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4"/>
                        </a:spcBef>
                      </a:pPr>
                      <a:r>
                        <a:rPr lang="en-US" sz="1800" b="1" dirty="0">
                          <a:latin typeface="+mj-lt"/>
                          <a:cs typeface="Calibri" panose="020F0502020204030204" pitchFamily="34" charset="0"/>
                        </a:rPr>
                        <a:t>Vote Shares</a:t>
                      </a:r>
                      <a:endParaRPr sz="1800" b="1" dirty="0">
                        <a:latin typeface="+mj-lt"/>
                        <a:cs typeface="Calibri" panose="020F0502020204030204" pitchFamily="34" charset="0"/>
                      </a:endParaRPr>
                    </a:p>
                  </a:txBody>
                  <a:tcPr marL="0" marR="0" marT="552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55244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DDEBF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9594">
                <a:tc vMerge="1">
                  <a:txBody>
                    <a:bodyPr/>
                    <a:lstStyle/>
                    <a:p>
                      <a:pPr marL="215900">
                        <a:lnSpc>
                          <a:spcPct val="100000"/>
                        </a:lnSpc>
                      </a:pP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0955" marB="0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DEBF7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950594">
                        <a:lnSpc>
                          <a:spcPct val="100000"/>
                        </a:lnSpc>
                      </a:pP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0955" marB="0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DEBF7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>
                          <a:latin typeface="+mj-lt"/>
                        </a:rPr>
                        <a:t>7 DMA</a:t>
                      </a:r>
                      <a:endParaRPr lang="en-IN" sz="1800" b="1" dirty="0">
                        <a:latin typeface="+mj-lt"/>
                      </a:endParaRPr>
                    </a:p>
                  </a:txBody>
                  <a:tcPr marL="0" marR="0" marT="552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800" b="1" spc="4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Overall</a:t>
                      </a:r>
                      <a:endParaRPr lang="en-IN" sz="1800" dirty="0">
                        <a:latin typeface="+mj-lt"/>
                      </a:endParaRPr>
                    </a:p>
                  </a:txBody>
                  <a:tcPr marL="0" marR="0" marT="552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9D08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0628"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1800" b="1" spc="4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Sample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206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206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21,965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49,095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Mamata Banerjee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48.8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48.8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068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Abhishek Banerjee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</a:t>
                      </a:r>
                      <a:endParaRPr sz="180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Anyone from AITC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Anyone from AITC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068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 err="1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Suvendu</a:t>
                      </a: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 Adhikari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17.7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17.8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5</a:t>
                      </a:r>
                      <a:endParaRPr sz="180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Dilip Ghosh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</a:t>
                      </a:r>
                      <a:endParaRPr sz="180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Sukanta </a:t>
                      </a:r>
                      <a:r>
                        <a:rPr lang="en-IN" sz="1800" kern="1200" spc="-50" dirty="0" err="1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Majumudar</a:t>
                      </a:r>
                      <a:endParaRPr lang="en-IN" sz="1800" kern="1200" spc="-50" dirty="0">
                        <a:solidFill>
                          <a:schemeClr val="tx1"/>
                        </a:solidFill>
                        <a:latin typeface="+mj-lt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7</a:t>
                      </a:r>
                      <a:endParaRPr sz="180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Samik Bhattacharya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8</a:t>
                      </a:r>
                      <a:endParaRPr sz="180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Anyone from BJP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Anyone from BJP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6.4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068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1800" spc="-5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9</a:t>
                      </a:r>
                      <a:endParaRPr sz="1800" dirty="0">
                        <a:solidFill>
                          <a:schemeClr val="tx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Biman Bose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Left Front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068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1800" spc="-25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10</a:t>
                      </a:r>
                      <a:endParaRPr sz="1800" dirty="0">
                        <a:solidFill>
                          <a:schemeClr val="tx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 err="1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Srideep</a:t>
                      </a: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 (Sridip) Bhattacharya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Left Front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11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Subhankar Sarkar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12</a:t>
                      </a:r>
                      <a:endParaRPr sz="180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Anyone from INC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Anyone from INC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068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1800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13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Others (specify)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Others (specify)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6.6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</a:tbl>
          </a:graphicData>
        </a:graphic>
      </p:graphicFrame>
      <p:sp>
        <p:nvSpPr>
          <p:cNvPr id="5" name="object 7">
            <a:extLst>
              <a:ext uri="{FF2B5EF4-FFF2-40B4-BE49-F238E27FC236}">
                <a16:creationId xmlns:a16="http://schemas.microsoft.com/office/drawing/2014/main" id="{CDE98B92-6AEA-E8BF-969D-D0DC8C1290B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94328066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0837CD4-1BD4-231B-8C1D-6006DC2418C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ED6C86D6-2A5B-5594-6763-E8E9B25A9F3C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7: State Government Ratings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32193F7-92E5-BD61-8D7A-A70DF0D9697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67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EEF1B0A9-586B-DC36-12BE-EED18D836C7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57556160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9D462A8-985C-5BDE-5E27-DB8920B889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7DB06CA-67C5-EC9E-E946-0B44722DCB0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7B78421-CF36-FA27-5BF4-B8D9E6F187D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State Government Rating– State Level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E7446CF-337A-FAF0-F6CE-CAD56E2A7AC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3" name="object 3">
            <a:extLst>
              <a:ext uri="{FF2B5EF4-FFF2-40B4-BE49-F238E27FC236}">
                <a16:creationId xmlns:a16="http://schemas.microsoft.com/office/drawing/2014/main" id="{A68F55C8-7D6C-B99A-43F0-B8E72704C012}"/>
              </a:ext>
            </a:extLst>
          </p:cNvPr>
          <p:cNvSpPr txBox="1"/>
          <p:nvPr/>
        </p:nvSpPr>
        <p:spPr>
          <a:xfrm>
            <a:off x="79378" y="5794028"/>
            <a:ext cx="2004568" cy="2282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+mn-ea"/>
                <a:cs typeface="Calibri"/>
              </a:rPr>
              <a:t>Base </a:t>
            </a:r>
            <a:r>
              <a:rPr kumimoji="0" sz="1400" b="1" i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+mn-ea"/>
                <a:cs typeface="Calibri"/>
              </a:rPr>
              <a:t>:</a:t>
            </a:r>
            <a:r>
              <a:rPr kumimoji="0" lang="en-US" sz="1400" b="1" i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+mn-ea"/>
                <a:cs typeface="Calibri"/>
              </a:rPr>
              <a:t> 48,439</a:t>
            </a:r>
          </a:p>
        </p:txBody>
      </p:sp>
      <p:sp>
        <p:nvSpPr>
          <p:cNvPr id="9" name="object 7">
            <a:extLst>
              <a:ext uri="{FF2B5EF4-FFF2-40B4-BE49-F238E27FC236}">
                <a16:creationId xmlns:a16="http://schemas.microsoft.com/office/drawing/2014/main" id="{0F240A0C-4E1B-6964-CBDF-390E2F02F500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0E333940-3B3E-ABC0-3B01-19EF0BCA71F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0210735"/>
              </p:ext>
            </p:extLst>
          </p:nvPr>
        </p:nvGraphicFramePr>
        <p:xfrm>
          <a:off x="2419777" y="1760220"/>
          <a:ext cx="7160157" cy="3396232"/>
        </p:xfrm>
        <a:graphic>
          <a:graphicData uri="http://schemas.openxmlformats.org/drawingml/2006/table">
            <a:tbl>
              <a:tblPr firstRow="1" firstCol="1">
                <a:tableStyleId>{EB344D84-9AFB-497E-A393-DC336BA19D2E}</a:tableStyleId>
              </a:tblPr>
              <a:tblGrid>
                <a:gridCol w="3617501">
                  <a:extLst>
                    <a:ext uri="{9D8B030D-6E8A-4147-A177-3AD203B41FA5}">
                      <a16:colId xmlns:a16="http://schemas.microsoft.com/office/drawing/2014/main" val="395707443"/>
                    </a:ext>
                  </a:extLst>
                </a:gridCol>
                <a:gridCol w="1771328">
                  <a:extLst>
                    <a:ext uri="{9D8B030D-6E8A-4147-A177-3AD203B41FA5}">
                      <a16:colId xmlns:a16="http://schemas.microsoft.com/office/drawing/2014/main" val="2532338980"/>
                    </a:ext>
                  </a:extLst>
                </a:gridCol>
                <a:gridCol w="1771328">
                  <a:extLst>
                    <a:ext uri="{9D8B030D-6E8A-4147-A177-3AD203B41FA5}">
                      <a16:colId xmlns:a16="http://schemas.microsoft.com/office/drawing/2014/main" val="4037886251"/>
                    </a:ext>
                  </a:extLst>
                </a:gridCol>
              </a:tblGrid>
              <a:tr h="470812">
                <a:tc>
                  <a:txBody>
                    <a:bodyPr/>
                    <a:lstStyle/>
                    <a:p>
                      <a:pPr marL="0" indent="0" algn="l" fontAlgn="b">
                        <a:buNone/>
                      </a:pPr>
                      <a:r>
                        <a:rPr lang="en-IN" sz="1800" u="none" strike="noStrike" dirty="0">
                          <a:effectLst/>
                          <a:latin typeface="+mj-lt"/>
                        </a:rPr>
                        <a:t>State Government Rating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 DMA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Overall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79667967"/>
                  </a:ext>
                </a:extLst>
              </a:tr>
              <a:tr h="585084">
                <a:tc>
                  <a:txBody>
                    <a:bodyPr/>
                    <a:lstStyle/>
                    <a:p>
                      <a:pPr marL="92075" indent="0" algn="l" fontAlgn="t">
                        <a:buNone/>
                      </a:pPr>
                      <a:r>
                        <a:rPr lang="en-IN" sz="1800" u="none" strike="noStrike" dirty="0">
                          <a:effectLst/>
                          <a:latin typeface="+mj-lt"/>
                        </a:rPr>
                        <a:t>Totally Satisfied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67215"/>
                  </a:ext>
                </a:extLst>
              </a:tr>
              <a:tr h="585084">
                <a:tc>
                  <a:txBody>
                    <a:bodyPr/>
                    <a:lstStyle/>
                    <a:p>
                      <a:pPr marL="92075" indent="0" algn="l" fontAlgn="t">
                        <a:buNone/>
                      </a:pPr>
                      <a:r>
                        <a:rPr lang="en-IN" sz="1800" u="none" strike="noStrike" dirty="0">
                          <a:effectLst/>
                          <a:latin typeface="+mj-lt"/>
                        </a:rPr>
                        <a:t>Partially Satisfied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2539882"/>
                  </a:ext>
                </a:extLst>
              </a:tr>
              <a:tr h="585084">
                <a:tc>
                  <a:txBody>
                    <a:bodyPr/>
                    <a:lstStyle/>
                    <a:p>
                      <a:pPr marL="92075" indent="0" algn="l" fontAlgn="t">
                        <a:buNone/>
                      </a:pPr>
                      <a:r>
                        <a:rPr lang="en-US" sz="1800" u="none" strike="noStrike" dirty="0">
                          <a:effectLst/>
                          <a:latin typeface="+mj-lt"/>
                        </a:rPr>
                        <a:t>Neutral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96759171"/>
                  </a:ext>
                </a:extLst>
              </a:tr>
              <a:tr h="585084">
                <a:tc>
                  <a:txBody>
                    <a:bodyPr/>
                    <a:lstStyle/>
                    <a:p>
                      <a:pPr marL="92075" indent="0" algn="l" fontAlgn="t">
                        <a:buNone/>
                      </a:pPr>
                      <a:r>
                        <a:rPr lang="en-IN" sz="1800" u="none" strike="noStrike" dirty="0">
                          <a:effectLst/>
                          <a:latin typeface="+mj-lt"/>
                        </a:rPr>
                        <a:t>Partially Dissatisfied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4696116"/>
                  </a:ext>
                </a:extLst>
              </a:tr>
              <a:tr h="585084">
                <a:tc>
                  <a:txBody>
                    <a:bodyPr/>
                    <a:lstStyle/>
                    <a:p>
                      <a:pPr marL="92075" indent="0" algn="l" fontAlgn="t">
                        <a:buNone/>
                      </a:pPr>
                      <a:r>
                        <a:rPr lang="en-IN" sz="1800" u="none" strike="noStrike" dirty="0">
                          <a:effectLst/>
                          <a:latin typeface="+mj-lt"/>
                        </a:rPr>
                        <a:t>Totally Dissatisfied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7344729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63878508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C9CCBE9-31FF-1D23-A424-1F78AC9C557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0E3FFA15-1C32-3AF3-DF91-AD9F0198A92B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8: Key Issues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8112E7-BA76-5E67-23E5-ECB4DE76050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69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E628CD0D-A580-A228-7114-A754F47CCFE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588485718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750F9C5-C928-A1A6-FC69-A97816372B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306D24E-8AE9-7781-8FA2-A792B0B178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54C287E1-94A4-A571-A2B6-E6AA25F9375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8626" y="1"/>
            <a:ext cx="12192000" cy="971550"/>
          </a:xfrm>
        </p:spPr>
        <p:txBody>
          <a:bodyPr>
            <a:noAutofit/>
          </a:bodyPr>
          <a:lstStyle/>
          <a:p>
            <a:r>
              <a:rPr lang="en-IN" sz="4000" dirty="0"/>
              <a:t>Key Issues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A395CD9C-E99B-FA85-3703-FBAB37E7500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8" name="object 7">
            <a:extLst>
              <a:ext uri="{FF2B5EF4-FFF2-40B4-BE49-F238E27FC236}">
                <a16:creationId xmlns:a16="http://schemas.microsoft.com/office/drawing/2014/main" id="{E48A4504-D100-8FC6-D272-6BFDD27F343B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AD81577C-31EE-F201-A413-622860062B8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53624969"/>
              </p:ext>
            </p:extLst>
          </p:nvPr>
        </p:nvGraphicFramePr>
        <p:xfrm>
          <a:off x="2711799" y="1528946"/>
          <a:ext cx="6768402" cy="380010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58183">
                  <a:extLst>
                    <a:ext uri="{9D8B030D-6E8A-4147-A177-3AD203B41FA5}">
                      <a16:colId xmlns:a16="http://schemas.microsoft.com/office/drawing/2014/main" val="3469551861"/>
                    </a:ext>
                  </a:extLst>
                </a:gridCol>
                <a:gridCol w="31512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542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389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6578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2316">
                <a:tc>
                  <a:txBody>
                    <a:bodyPr/>
                    <a:lstStyle/>
                    <a:p>
                      <a:pPr algn="l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S.No</a:t>
                      </a:r>
                      <a:endParaRPr lang="en-IN" sz="1800" dirty="0"/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Issues</a:t>
                      </a:r>
                      <a:endParaRPr lang="en-IN" sz="1800" dirty="0"/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 DMA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515805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018570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62895685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8327942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7770359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424993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9778363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3150799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1206625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40967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09965874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2BB67B-BF18-F695-14FF-4A60187D7F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2BFF97E9-C91F-8403-AFC6-485568CE6B0C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 lnSpcReduction="10000"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9: Wisdom of Crowds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(Which Party is Likely to Win Next Elections)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90A88B0-643A-4E39-FCD4-1BBD8FB954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71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7AFB5B4A-9987-0E2B-B1F2-2BE7B141085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099569429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EB7BC19-BD1A-3FD7-8A13-2B34333FFB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A96585B-CEC3-14D5-0375-C8D4F554E3C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03FBB70B-04FC-00B5-893A-CEA09B4573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8626" y="1"/>
            <a:ext cx="12192000" cy="971550"/>
          </a:xfrm>
        </p:spPr>
        <p:txBody>
          <a:bodyPr>
            <a:noAutofit/>
          </a:bodyPr>
          <a:lstStyle/>
          <a:p>
            <a:pPr algn="ctr"/>
            <a:r>
              <a:rPr lang="en-IN" sz="3200" dirty="0"/>
              <a:t>Wisdom of Crowds: Which Party is Likely to Win Next Elections - Overall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126B97BC-E9C3-9E81-0DDB-D3D5F1EA0D2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8" name="object 7">
            <a:extLst>
              <a:ext uri="{FF2B5EF4-FFF2-40B4-BE49-F238E27FC236}">
                <a16:creationId xmlns:a16="http://schemas.microsoft.com/office/drawing/2014/main" id="{59FC3FF1-62B3-F7F1-B7C4-9D62C47726F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9" name="object 3">
            <a:extLst>
              <a:ext uri="{FF2B5EF4-FFF2-40B4-BE49-F238E27FC236}">
                <a16:creationId xmlns:a16="http://schemas.microsoft.com/office/drawing/2014/main" id="{1468AA4A-FB56-9159-F0E1-2D4F7A188523}"/>
              </a:ext>
            </a:extLst>
          </p:cNvPr>
          <p:cNvSpPr txBox="1"/>
          <p:nvPr/>
        </p:nvSpPr>
        <p:spPr>
          <a:xfrm>
            <a:off x="1919555" y="4804829"/>
            <a:ext cx="2004568" cy="2282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+mn-ea"/>
                <a:cs typeface="Calibri"/>
              </a:rPr>
              <a:t>Base </a:t>
            </a:r>
            <a:r>
              <a:rPr kumimoji="0" sz="1400" b="1" i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+mn-ea"/>
                <a:cs typeface="Calibri"/>
              </a:rPr>
              <a:t>:</a:t>
            </a:r>
            <a:r>
              <a:rPr kumimoji="0" lang="en-US" sz="1400" b="1" i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+mn-ea"/>
                <a:cs typeface="Calibri"/>
              </a:rPr>
              <a:t> </a:t>
            </a:r>
            <a:r>
              <a:rPr lang="en-US" sz="1400" b="1" spc="-5" dirty="0">
                <a:solidFill>
                  <a:prstClr val="black"/>
                </a:solidFill>
                <a:latin typeface="Aptos Display" panose="02110004020202020204"/>
                <a:cs typeface="Calibri"/>
              </a:rPr>
              <a:t>49,093</a:t>
            </a:r>
            <a:endParaRPr kumimoji="0" lang="en-US" sz="1400" b="1" i="0" u="none" strike="noStrike" kern="1200" cap="none" spc="-5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+mn-ea"/>
              <a:cs typeface="Calibri"/>
            </a:endParaRPr>
          </a:p>
        </p:txBody>
      </p:sp>
      <p:graphicFrame>
        <p:nvGraphicFramePr>
          <p:cNvPr id="10" name="object 2">
            <a:extLst>
              <a:ext uri="{FF2B5EF4-FFF2-40B4-BE49-F238E27FC236}">
                <a16:creationId xmlns:a16="http://schemas.microsoft.com/office/drawing/2014/main" id="{80459F78-00C4-E11D-3DBC-70518022F3F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17014358"/>
              </p:ext>
            </p:extLst>
          </p:nvPr>
        </p:nvGraphicFramePr>
        <p:xfrm>
          <a:off x="1919555" y="1856423"/>
          <a:ext cx="8352891" cy="285444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78429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8429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78429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729733">
                <a:tc>
                  <a:txBody>
                    <a:bodyPr/>
                    <a:lstStyle/>
                    <a:p>
                      <a:pPr algn="ctr"/>
                      <a:r>
                        <a:rPr lang="en-IN" sz="1800" b="1" dirty="0">
                          <a:latin typeface="+mj-lt"/>
                        </a:rPr>
                        <a:t>Party</a:t>
                      </a:r>
                      <a:endParaRPr sz="1800" b="1" dirty="0">
                        <a:latin typeface="+mj-lt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7 DMA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Overall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3948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3948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4475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94475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94475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94475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Don’t Know/Can’t Say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63370360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6855769-6432-8080-EDBC-07D3F66015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30DD4597-43F4-B596-6595-ECDB0F05D633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10: Regional Level Analysis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A1B5E2A-3FE4-2D2C-493C-DF6B791C878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73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922A5862-A229-1495-D693-EDCE585D885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568881644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E65E493-FE32-D00D-16C4-B997D390BA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659C4EF-2341-982F-151F-4F28B75A330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EA940F63-DA59-9D88-A88E-62697581871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88666"/>
          </a:xfrm>
        </p:spPr>
        <p:txBody>
          <a:bodyPr>
            <a:noAutofit/>
          </a:bodyPr>
          <a:lstStyle/>
          <a:p>
            <a:r>
              <a:rPr lang="en-IN" sz="4000" dirty="0"/>
              <a:t>Vote Share by Regions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7FF46EC8-9A13-D6A5-7323-33184C97703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8" name="object 7">
            <a:extLst>
              <a:ext uri="{FF2B5EF4-FFF2-40B4-BE49-F238E27FC236}">
                <a16:creationId xmlns:a16="http://schemas.microsoft.com/office/drawing/2014/main" id="{8B82426D-0212-5032-AF0F-15E59E74EAE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B8891F7A-A33A-8160-DDC8-738EF8CC4C1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50693406"/>
              </p:ext>
            </p:extLst>
          </p:nvPr>
        </p:nvGraphicFramePr>
        <p:xfrm>
          <a:off x="88004" y="1531462"/>
          <a:ext cx="12011024" cy="3635695"/>
        </p:xfrm>
        <a:graphic>
          <a:graphicData uri="http://schemas.openxmlformats.org/drawingml/2006/table">
            <a:tbl>
              <a:tblPr/>
              <a:tblGrid>
                <a:gridCol w="750689">
                  <a:extLst>
                    <a:ext uri="{9D8B030D-6E8A-4147-A177-3AD203B41FA5}">
                      <a16:colId xmlns:a16="http://schemas.microsoft.com/office/drawing/2014/main" val="2765941680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3420534502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2914272570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2535411248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1419948127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1644034467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3404547292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4242916813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3088671838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2182530295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877973354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1732303539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2148318646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2628377611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118916780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402407878"/>
                    </a:ext>
                  </a:extLst>
                </a:gridCol>
              </a:tblGrid>
              <a:tr h="27870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Jalpaiguri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E3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E3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E3F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Malda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Burdwan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E3F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Medinipur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Presidency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E3F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93175871"/>
                  </a:ext>
                </a:extLst>
              </a:tr>
              <a:tr h="40140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AE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 DMA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2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F0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AE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7 DMA</a:t>
                      </a: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2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F0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AE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7 DMA</a:t>
                      </a: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2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F0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AE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7 DMA</a:t>
                      </a: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2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F0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AE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7 DMA</a:t>
                      </a: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2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F0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8509430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1,731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4,130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3,214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8,747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3,105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7,964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5,322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12,333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6,944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15,940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6341120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38.2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9.3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37.3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52.6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49.1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47.8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45.7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45.8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10.1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42.9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49.9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46.8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0227329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48.0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47.4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30.0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6.3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25.2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39.9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37.6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43.2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43.4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34.9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8.0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34.0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98688608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Left Front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1.8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9.4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1.7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2.0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23.8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1.7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16.2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76486686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3.2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4.3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28.9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11.0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7.3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16.9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5.0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9.4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10.2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14.4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6436995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7.6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2.6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6.9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1.9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2.8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2.3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5901013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N+W+R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1.2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38.6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1.0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33.4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9.9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1.3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1.1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39.1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8.1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0.9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41.8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9.2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08497044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4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-9.7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-13.3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-10.1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22.6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-13.0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23.9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7.9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-0.3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8.1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2.6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-13.7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-0.5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15.0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-9.1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2694965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18848612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2FC10C0-F7BF-8B59-813C-7ACCA08F6F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6306BFF-FE97-DF8C-0535-491F4DCF7D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541AE91-0FFC-67E2-2A46-67E0A299DC0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DMA – Jalpaiguri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0EC275B7-0B67-76DF-0B95-DC450AE8488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C2AB87B2-5A00-40AB-241D-B1CC08E08F71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AC8F04A7-A027-C465-A3D8-B4D85C356D6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47563268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A9780E1A-597C-323C-4449-3F611FBC6CA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57518053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6CA156B-58D2-0D2C-3F92-5E0098011A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BDBA629-E530-EC54-815F-ABBA488741B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8659C1F-08DC-AFAA-D06D-DFACE633763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DMA – Malda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6ADF650-3A5E-1CF0-3020-18438D14792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3432BE7-55B1-E866-DEFB-E956CF738CCB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BED5C6EE-0F11-A43A-8076-0EDB4DAA2D4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180215849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608B902D-00DB-42F5-FD56-D10C66804D0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34405866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8B516C8-8914-3506-1ADE-FDA027CD55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1D3532D-FBA6-4D85-87B1-348198C4115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96F4E21-F7D2-EAB3-1C96-2938AB8BF8A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DMA – Burdwan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F3E98CFF-3A6C-F494-0BA2-0156245376E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25CD35C-8F0E-76E9-B683-F06BE111919F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57604C7A-612D-8CDC-AA9B-6DDA6F08C34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02375032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D30B05A7-BA50-F3FF-C33F-F8AAAA01A1A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87931857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A7040D-01C1-FA5C-D31E-98675BF3B9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CB193E3-4D7E-4252-8EDA-D56353CB790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F85999B-2AF5-F5E5-B175-2D728E2841B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DMA – Medinipur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5345205-CADA-0739-DC4D-7F56652F071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1129204-5275-A5C8-2CE4-B9BEEDD2EB65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998C3251-B820-430F-2C11-15678EC01C9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32467844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22F3BA22-CF35-C4F1-F7C1-02C02A4C664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35813551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E4B418D-6CCF-4F12-FFBF-B7A52DBF85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980C082-53C4-3233-5B91-A0EEFF29D39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3D53D0D7-7D6B-1618-ECB1-0DE0397C940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DMA – Presidency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CD73DD8-FEE7-5241-77F3-9B84F08BF68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6091BB9-F721-A635-61B4-40787CED9398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32EBCC2E-1070-D4C8-B9E8-490A0D86BA5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6480945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B4866E43-C2D4-CA01-00F4-396D420F5910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90804435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74D76EC-FFCE-7835-06C4-4E0AF34E8E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5BBAFFD-A3D1-531A-9EBB-27813D4AB0C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AACD709-63DB-35D5-B725-69B77763EB4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7DMA – Jalpaiguri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F1CB2DD-6258-BD54-FE9B-A23C9F48D67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8B0BA529-0861-9B92-73A7-203EB2A6FC8C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C544DC56-13A9-6B41-9603-AE8005B23FD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58468781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29C4E999-2840-E426-054C-D8D700E3B12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65340661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3AA971-4593-827F-7032-927260586A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F73FE3A-826B-CC39-5341-F5F2AAB2B7B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1958775-09CE-E420-7793-A717E5C0CF9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7DMA – Malda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98350CD-1DA0-A92A-34CE-60600272DFD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D2E2719B-A54C-F5FD-16DC-DB47DB855700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B3150A42-242D-F611-7D43-51A2672CFC8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94322227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E4AA3BF7-60B8-0F38-0787-B44F5BFFFEE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00770315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B88FF70-E387-3118-99E8-5A39AE2D00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BADB663-70AA-1E57-0DCD-9FA275D4B2B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D394532-38A5-623B-5107-BADBE738D38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7DMA – Burdwan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6AE4147-1D16-0528-8879-B783C13102F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06BEB89-F1EA-ECC0-76DF-E21F1F6BC05D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0680E0A3-BDDA-B4B2-E871-76E04816228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03750262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F9150C2C-809C-79FE-0CDF-385945D89B0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10271503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E1C4F59-9D25-1D62-FA41-A2897AB131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F50F5AD-4614-3228-B1B1-554F0AC58B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92AA4A7-BF8B-10C8-00BB-CDF48EB1429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7DMA – Medinipur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F6AA717-C219-9AFD-F246-193A616E2AE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36D1AA64-C47A-DCE6-F425-7459B189D105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B2D65A49-E20C-51EB-8632-32D83095727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0559395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45D65FC8-93A8-74EB-0242-99FC3DD9E54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529277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D7F076-0463-B760-92F6-54EE9D21902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8FEC2FE-6CB9-5E4B-6A44-E9973A92964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00BF113D-9F38-6EE1-138D-8D6AE20723D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7DMA – Presidency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26326A8-F358-0701-1E99-273EE9BD11D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BCD46CE2-17AC-CE68-F9A4-C209B5B5EDB8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6A2477B6-F450-847A-3443-69780E2FA0C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666898221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CCDA1BEC-BB6C-03E8-83DB-179D6EFDC15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55580866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BB541F-537D-709B-F4FC-0180D270B2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9D73A95F-6507-D92D-F26C-633DE3FA23B6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Section 11: District Level Analysis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EEC081B-391F-69C8-0F3E-5F9D7B818D8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85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9FB6EE46-61A2-077B-803E-29BE8E70FB1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347782528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AE9D8E3-0BA1-20B0-B4DA-FEE58D89625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E3F1693-E03C-4766-778D-E06AA8D0DBD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83F81AF-34E7-CFF7-E202-E584D601DDA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/>
          </a:bodyPr>
          <a:lstStyle/>
          <a:p>
            <a:r>
              <a:rPr lang="en-IN" dirty="0"/>
              <a:t>Seat Share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EF3B717-28EC-409C-65A4-313B5DC4574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D5AC157-D3FF-D9E2-A7CE-8A65D6B868D6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CD0E261D-44BF-25F3-8F4B-E86A72CFFB0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9" name="object 6">
            <a:extLst>
              <a:ext uri="{FF2B5EF4-FFF2-40B4-BE49-F238E27FC236}">
                <a16:creationId xmlns:a16="http://schemas.microsoft.com/office/drawing/2014/main" id="{FF0CFEFB-245A-2151-35E9-DDB8473E8EC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87844896"/>
              </p:ext>
            </p:extLst>
          </p:nvPr>
        </p:nvGraphicFramePr>
        <p:xfrm>
          <a:off x="1345428" y="1889557"/>
          <a:ext cx="9501145" cy="30788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002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283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93128">
                  <a:extLst>
                    <a:ext uri="{9D8B030D-6E8A-4147-A177-3AD203B41FA5}">
                      <a16:colId xmlns:a16="http://schemas.microsoft.com/office/drawing/2014/main" val="1136322972"/>
                    </a:ext>
                  </a:extLst>
                </a:gridCol>
                <a:gridCol w="1593128">
                  <a:extLst>
                    <a:ext uri="{9D8B030D-6E8A-4147-A177-3AD203B41FA5}">
                      <a16:colId xmlns:a16="http://schemas.microsoft.com/office/drawing/2014/main" val="174467900"/>
                    </a:ext>
                  </a:extLst>
                </a:gridCol>
                <a:gridCol w="15931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593128">
                  <a:extLst>
                    <a:ext uri="{9D8B030D-6E8A-4147-A177-3AD203B41FA5}">
                      <a16:colId xmlns:a16="http://schemas.microsoft.com/office/drawing/2014/main" val="1229548343"/>
                    </a:ext>
                  </a:extLst>
                </a:gridCol>
              </a:tblGrid>
              <a:tr h="315288"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Party</a:t>
                      </a:r>
                      <a:endParaRPr lang="en-IN"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6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Past Election Results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n-IN" b="1" dirty="0"/>
                        <a:t>Current Survey Result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IN" sz="1800" b="1" kern="1200" spc="40" dirty="0">
                        <a:solidFill>
                          <a:schemeClr val="tx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43180" marB="0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EDDA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00955437"/>
                  </a:ext>
                </a:extLst>
              </a:tr>
              <a:tr h="5493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63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AE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2021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GE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20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24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15 DMA</a:t>
                      </a:r>
                      <a:endParaRPr lang="en-IN" sz="1800" b="1" kern="1200" spc="40" dirty="0">
                        <a:solidFill>
                          <a:schemeClr val="tx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431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30 DMA</a:t>
                      </a:r>
                    </a:p>
                  </a:txBody>
                  <a:tcPr marL="0" marR="0" marT="431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Overall</a:t>
                      </a:r>
                    </a:p>
                  </a:txBody>
                  <a:tcPr marL="0" marR="0" marT="431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AITC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BJP</a:t>
                      </a:r>
                      <a:endParaRPr sz="1800" b="1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spc="-20" dirty="0">
                          <a:solidFill>
                            <a:schemeClr val="bg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Left Front</a:t>
                      </a:r>
                      <a:endParaRPr sz="1800" b="1" dirty="0">
                        <a:solidFill>
                          <a:schemeClr val="bg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INC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Other</a:t>
                      </a: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Total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23</a:t>
                      </a: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23</a:t>
                      </a: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1467625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88128440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BE3BF97-FDE9-0801-D7C1-EE1971C548F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A3790EF-92DD-C975-093D-5C868A54D0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D4C2B05B-BD7D-BA33-A464-F2EECF314DC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/>
          </a:bodyPr>
          <a:lstStyle/>
          <a:p>
            <a:r>
              <a:rPr lang="en-IN" dirty="0"/>
              <a:t>Margin Buckets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C290CC2-981F-CCE5-6CD2-328F3BA536E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C788C1C9-CFF5-3CB7-CBAE-F8457A124B32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DB533DBF-8EB5-8B93-13B1-3855DF8D2D9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73379F69-2AE1-1EBB-C90E-6022A42F6CE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18272973"/>
              </p:ext>
            </p:extLst>
          </p:nvPr>
        </p:nvGraphicFramePr>
        <p:xfrm>
          <a:off x="2032000" y="1760220"/>
          <a:ext cx="8128000" cy="33375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2000">
                  <a:extLst>
                    <a:ext uri="{9D8B030D-6E8A-4147-A177-3AD203B41FA5}">
                      <a16:colId xmlns:a16="http://schemas.microsoft.com/office/drawing/2014/main" val="1980348078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2818165978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421861149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401279787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Margin Buckets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dirty="0"/>
                        <a:t>15 DMA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dirty="0"/>
                        <a:t>30 DMA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dirty="0"/>
                        <a:t>Overall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1773196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Above 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3365344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10% to 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9479193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5% to 10%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252123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0 to 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506083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0 to -5%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6915448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-5% to -10%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923796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-10% to -15%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335958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Below -15%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1053705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20000766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2509167-583B-2C79-6EBD-B93D3177641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3BC42B7-B3F7-54D7-CFB6-9B7829E5879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31D51A97-4A11-6254-E856-C46D3F69775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/>
          </a:bodyPr>
          <a:lstStyle/>
          <a:p>
            <a:r>
              <a:rPr lang="en-IN" dirty="0"/>
              <a:t>Vote Share- By Districts L15D (1 of 2)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F817F5B-5117-A0BE-C2D3-1BE0EA16C17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52D5D16C-ACB7-3959-FFB2-515C47C8EE28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1B532785-6DAD-3D13-C592-53DED502CC9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28746792-CD6C-52C9-C575-4E5A2005A105}"/>
              </a:ext>
            </a:extLst>
          </p:cNvPr>
          <p:cNvGraphicFramePr>
            <a:graphicFrameLocks noGrp="1"/>
          </p:cNvGraphicFramePr>
          <p:nvPr/>
        </p:nvGraphicFramePr>
        <p:xfrm>
          <a:off x="176476" y="985290"/>
          <a:ext cx="11839049" cy="48874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47943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3266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55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969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408686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451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Alipurduars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-8.6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Bankura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1,917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-0.5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Birbhum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1,331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Cooch Behar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1,312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-4.7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Dakshin Dinajpur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Darjeeling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330*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Hooghly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1,792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Howrah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1,298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Jalpaiguri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1,012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Jhargram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Kalimpong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27*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-16.2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-61.2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88889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Kolkata Corporation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FEDB2095-BBAD-6E2D-B860-77FAFE9568A8}"/>
              </a:ext>
            </a:extLst>
          </p:cNvPr>
          <p:cNvSpPr txBox="1"/>
          <p:nvPr/>
        </p:nvSpPr>
        <p:spPr>
          <a:xfrm>
            <a:off x="3915040" y="5963031"/>
            <a:ext cx="42024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*Raw Vote share due to low sample size (less than 400)</a:t>
            </a:r>
          </a:p>
        </p:txBody>
      </p:sp>
    </p:spTree>
    <p:extLst>
      <p:ext uri="{BB962C8B-B14F-4D97-AF65-F5344CB8AC3E}">
        <p14:creationId xmlns:p14="http://schemas.microsoft.com/office/powerpoint/2010/main" val="2174327148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781AD4-7434-53C1-C935-4C3DFB21E0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2FA426B-0E88-37F6-D6DC-6EF886620FC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103B211-947B-320D-E095-36993433B50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" y="1"/>
            <a:ext cx="9601201" cy="971550"/>
          </a:xfrm>
        </p:spPr>
        <p:txBody>
          <a:bodyPr>
            <a:noAutofit/>
          </a:bodyPr>
          <a:lstStyle/>
          <a:p>
            <a:r>
              <a:rPr lang="en-IN" dirty="0"/>
              <a:t>Vote Share- By Districts L15D (2 of 2)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FF299FA-9E0F-2AD4-F86F-A340372F6D4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3" name="object 7">
            <a:extLst>
              <a:ext uri="{FF2B5EF4-FFF2-40B4-BE49-F238E27FC236}">
                <a16:creationId xmlns:a16="http://schemas.microsoft.com/office/drawing/2014/main" id="{5C1C6587-503E-C236-7E8F-DDFFAE61189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1B8A5027-2A77-31B1-3FF1-67CC6603374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88637630"/>
              </p:ext>
            </p:extLst>
          </p:nvPr>
        </p:nvGraphicFramePr>
        <p:xfrm>
          <a:off x="176476" y="1157549"/>
          <a:ext cx="11839049" cy="454290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47943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3266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55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969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408686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451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1,712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-10.4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3,502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1,678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3,984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679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1,723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1,108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7.9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2,611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1,117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3,682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743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15.8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</a:tbl>
          </a:graphicData>
        </a:graphic>
      </p:graphicFrame>
      <p:sp>
        <p:nvSpPr>
          <p:cNvPr id="9" name="object 8">
            <a:extLst>
              <a:ext uri="{FF2B5EF4-FFF2-40B4-BE49-F238E27FC236}">
                <a16:creationId xmlns:a16="http://schemas.microsoft.com/office/drawing/2014/main" id="{F7F06774-F184-6752-37FE-2F39FF20A7A4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29832548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68C898-7487-DD79-D777-304774EC3A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03F07EE-D310-56FD-CF0E-D6DE9BFB9D3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26E0B05-C6D3-3437-5F17-455EC736826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Vote Share- By Districts Overall (1 of 2)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4C5DAEC-530F-30E6-E72E-127974825CB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3" name="object 7">
            <a:extLst>
              <a:ext uri="{FF2B5EF4-FFF2-40B4-BE49-F238E27FC236}">
                <a16:creationId xmlns:a16="http://schemas.microsoft.com/office/drawing/2014/main" id="{9B6DB845-5789-309D-BA2A-8ACA3FE0806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F67E6977-7ABD-A9AE-CD7B-E32461D1912A}"/>
              </a:ext>
            </a:extLst>
          </p:cNvPr>
          <p:cNvGraphicFramePr>
            <a:graphicFrameLocks noGrp="1"/>
          </p:cNvGraphicFramePr>
          <p:nvPr/>
        </p:nvGraphicFramePr>
        <p:xfrm>
          <a:off x="176476" y="985290"/>
          <a:ext cx="11839049" cy="48874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47943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3266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55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969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408686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451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-8.6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2,788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-0.5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1,526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1,714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-4.7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363*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2,342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1,794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1,308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831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Kalimpong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30*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-16.2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-61.2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88889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1,177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</a:tbl>
          </a:graphicData>
        </a:graphic>
      </p:graphicFrame>
      <p:sp>
        <p:nvSpPr>
          <p:cNvPr id="9" name="object 8">
            <a:extLst>
              <a:ext uri="{FF2B5EF4-FFF2-40B4-BE49-F238E27FC236}">
                <a16:creationId xmlns:a16="http://schemas.microsoft.com/office/drawing/2014/main" id="{F4E071A0-5324-0714-9740-D469EE546D47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EC7A20B9-2CB4-7BB6-287C-85F3C8DB3D7D}"/>
              </a:ext>
            </a:extLst>
          </p:cNvPr>
          <p:cNvSpPr txBox="1"/>
          <p:nvPr/>
        </p:nvSpPr>
        <p:spPr>
          <a:xfrm>
            <a:off x="3915040" y="5963031"/>
            <a:ext cx="42024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*Raw Vote share due to low sample size (less than 400)</a:t>
            </a:r>
          </a:p>
        </p:txBody>
      </p:sp>
    </p:spTree>
    <p:extLst>
      <p:ext uri="{BB962C8B-B14F-4D97-AF65-F5344CB8AC3E}">
        <p14:creationId xmlns:p14="http://schemas.microsoft.com/office/powerpoint/2010/main" val="3317654706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90B1236-E68B-5E85-15FA-E87F779B07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EA23A73-5049-6232-6893-C44EF9D832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3514CF1-0FDB-01F0-EE94-FD316D2AF9E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" y="1"/>
            <a:ext cx="8474149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Vote Share- By Districts Overall (2 of 2)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FBF6F56-84EC-AF2C-6D7B-4A828798982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3" name="object 7">
            <a:extLst>
              <a:ext uri="{FF2B5EF4-FFF2-40B4-BE49-F238E27FC236}">
                <a16:creationId xmlns:a16="http://schemas.microsoft.com/office/drawing/2014/main" id="{F80A3DBA-A4D3-4B45-515E-9681A678093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36DC1A76-D638-FDAF-F27F-0A492D1B818E}"/>
              </a:ext>
            </a:extLst>
          </p:cNvPr>
          <p:cNvGraphicFramePr>
            <a:graphicFrameLocks noGrp="1"/>
          </p:cNvGraphicFramePr>
          <p:nvPr/>
        </p:nvGraphicFramePr>
        <p:xfrm>
          <a:off x="176476" y="1157549"/>
          <a:ext cx="11839049" cy="454290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47943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3266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55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969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408686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 (Overall)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451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2,300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-10.4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4,865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1,978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5,836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1,417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2,705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2,679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7.9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3,901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2,108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5,155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867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15.8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</a:tbl>
          </a:graphicData>
        </a:graphic>
      </p:graphicFrame>
      <p:sp>
        <p:nvSpPr>
          <p:cNvPr id="2" name="object 8">
            <a:extLst>
              <a:ext uri="{FF2B5EF4-FFF2-40B4-BE49-F238E27FC236}">
                <a16:creationId xmlns:a16="http://schemas.microsoft.com/office/drawing/2014/main" id="{E4659A78-7FC3-D471-6B96-B2DE4FE4618F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20987239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0150B18-84CA-1322-6E59-D70923B3A76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23431EF-EE12-9569-5996-D4E766B27F2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2EED1D4-EF9B-0700-9727-CFD415EDFCE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Vote Share- By Districts 30 DMA (1 of 2)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1E55CA5-AEAC-8E6A-643D-38D7556539B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3" name="object 7">
            <a:extLst>
              <a:ext uri="{FF2B5EF4-FFF2-40B4-BE49-F238E27FC236}">
                <a16:creationId xmlns:a16="http://schemas.microsoft.com/office/drawing/2014/main" id="{05B2C1EC-B98B-38FF-CF51-E1FE7157788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1769AB68-AEED-3C57-27FE-72F5BAE361FA}"/>
              </a:ext>
            </a:extLst>
          </p:cNvPr>
          <p:cNvGraphicFramePr>
            <a:graphicFrameLocks noGrp="1"/>
          </p:cNvGraphicFramePr>
          <p:nvPr/>
        </p:nvGraphicFramePr>
        <p:xfrm>
          <a:off x="176476" y="985290"/>
          <a:ext cx="11839049" cy="48874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47943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3266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55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969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408686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451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-8.6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2,788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-0.5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1,526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1,714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-4.7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363*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2,342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1,794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1,308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831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Kalimpong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30*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-16.2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-61.2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88889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1,177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</a:tbl>
          </a:graphicData>
        </a:graphic>
      </p:graphicFrame>
      <p:sp>
        <p:nvSpPr>
          <p:cNvPr id="9" name="object 8">
            <a:extLst>
              <a:ext uri="{FF2B5EF4-FFF2-40B4-BE49-F238E27FC236}">
                <a16:creationId xmlns:a16="http://schemas.microsoft.com/office/drawing/2014/main" id="{0E4B1E7C-E7DD-A425-2A23-2BDE705F53FE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B51B0822-FD62-98B9-9D38-6E21AE645B78}"/>
              </a:ext>
            </a:extLst>
          </p:cNvPr>
          <p:cNvSpPr txBox="1"/>
          <p:nvPr/>
        </p:nvSpPr>
        <p:spPr>
          <a:xfrm>
            <a:off x="3915040" y="5963031"/>
            <a:ext cx="42024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*Raw Vote share due to low sample size (less than 400)</a:t>
            </a:r>
          </a:p>
        </p:txBody>
      </p:sp>
    </p:spTree>
    <p:extLst>
      <p:ext uri="{BB962C8B-B14F-4D97-AF65-F5344CB8AC3E}">
        <p14:creationId xmlns:p14="http://schemas.microsoft.com/office/powerpoint/2010/main" val="1294428077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EBB49D3-B271-7EB8-F99C-421AF060C86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4FC0995-9ED4-0A7C-7C9B-E10C56CD461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597D0C4-BB42-2FEC-315D-15778AABD81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" y="1"/>
            <a:ext cx="8474149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Vote Share- By Districts 30 DMA (2 of 2)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16B6C1C-63A9-F27F-7043-7E435EBC4EA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3" name="object 7">
            <a:extLst>
              <a:ext uri="{FF2B5EF4-FFF2-40B4-BE49-F238E27FC236}">
                <a16:creationId xmlns:a16="http://schemas.microsoft.com/office/drawing/2014/main" id="{9520D027-DDC2-6E54-48F1-D8537FB1B3A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95C49F49-D510-4756-58CF-84902A3B39E3}"/>
              </a:ext>
            </a:extLst>
          </p:cNvPr>
          <p:cNvGraphicFramePr>
            <a:graphicFrameLocks noGrp="1"/>
          </p:cNvGraphicFramePr>
          <p:nvPr/>
        </p:nvGraphicFramePr>
        <p:xfrm>
          <a:off x="176476" y="1157549"/>
          <a:ext cx="11839049" cy="454290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47943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3266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55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969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408686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 (Overall)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451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2,300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-10.4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4,865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1,978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5,836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1,417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2,705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2,679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7.9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3,901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2,108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5,155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867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15.8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</a:tbl>
          </a:graphicData>
        </a:graphic>
      </p:graphicFrame>
      <p:sp>
        <p:nvSpPr>
          <p:cNvPr id="2" name="object 8">
            <a:extLst>
              <a:ext uri="{FF2B5EF4-FFF2-40B4-BE49-F238E27FC236}">
                <a16:creationId xmlns:a16="http://schemas.microsoft.com/office/drawing/2014/main" id="{BDA80615-2172-40AA-D42D-5D92C7A21442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11847414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5683E84-A69B-5335-0EDE-8F56308103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C502663D-BFF8-CFB2-5F24-7466F7401AFC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Section 11.1: District Level </a:t>
            </a:r>
            <a:r>
              <a:rPr lang="en-US" sz="44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DMA</a:t>
            </a:r>
            <a:endParaRPr kumimoji="0" lang="en-US" sz="4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D69943B-0693-A745-48A1-4E584F7D2BA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94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B3574476-6DB7-9B74-D40C-DA2C3AD8EEF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688939920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8DF90A-ADD6-F0A5-FA1D-1A54AF53FD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9022CF6-151C-91C9-3819-85439FEE459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787C584-AD0F-739C-E003-70AFC02903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15DMA – Alipurduars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F51310D-A4ED-146A-C9F4-C2356774FC7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CF8E1A3E-E156-2188-9DFB-B3345DEA56B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69DD4EE6-C452-9DDD-BD96-7499F5A9CEA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168267137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9E44600A-A6BF-5944-BF75-EB60E0976D9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81966576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514C56-AF37-6D8B-E57C-9565C7D02B7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EB4B48C-4AC2-6FD9-4A77-3FEE1CB2C12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2FAF322-B8A8-C1CF-272D-B50AFB91B33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15DMA – Bankura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00F6E8C6-8570-406F-1DE6-ABE5A92A1C2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52663BB0-4984-2315-E71D-96291CA97AFD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6F1ED931-176B-5EEA-B29E-4E24DC3EE0C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C53F017A-2871-B589-7A1A-BF40ED1B3E9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01254074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733874834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BC2F70-5460-AEFE-B731-4B82664BEC3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AE12F95-C39D-8E95-A039-7DD9D05BE94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4FE8C9B-F186-839C-A5D0-D9617AD918D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15DMA – Birbhum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A2CEF68-0C49-16F3-6608-C6C10A788F6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41021BB-4C3E-9892-7CE2-53F5382D1D50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C8A571BF-8208-673E-BA2F-41C94258FDD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65CE813D-99BB-037F-0BFE-8457B919491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808600291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080067062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980ACB-5A44-0B54-9909-E2D0AAA06E8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BBA31E-19DE-DD34-D514-9CBED47CC8B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BAED7BC-8109-A007-4DC7-70C552177A6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15DMA – Cooch Behar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46DD036D-3CFA-0675-C1AD-67B7F9CC0AB2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EA13638-D80E-CB97-265F-D8EC81EB5C8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4B4F25AB-5364-9B15-5464-CE974ECBB3D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6F8F6FA8-34D2-9473-2B9C-8E87F850FBE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42646299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232284362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FAA6BF4-2550-CA5A-0401-2BEA94AA21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C45AD50-A0C1-6ABE-7DFF-F056C40A095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D14B7DCF-10F8-D8D3-6890-A0D87A72252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15DMA – Dakshin Dinajpur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F1F82195-9ADF-1901-6379-C775DF3E925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A8295E1-F29A-DC06-A264-042921B729D7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67B88E6B-8D42-05BC-B08B-47EAE760DC2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BEFEB1F3-1399-BED6-048F-93329E76E27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25304956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4128532083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16304A6-4AE2-EBB1-4BFA-355676F463C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6F3593C-22EF-052E-4004-C403820E66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BABC804-0A9C-BAB0-FC53-52FA11A702D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15DMA – Hooghly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FDB55A5-4633-37F0-875C-D73197CA5E7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FD145F6-E2BA-2C2A-A4EB-F3A5F6D3D288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84E01151-AB68-5F08-B916-7BF3714E218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FF9345A3-B1FB-17C7-A91F-FD950DF2777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77536664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796697404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DF68A3-906B-6995-A430-7938DF4B000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7CDDC88-C464-2996-D128-3AD63C84CFC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191F2B6-7D5A-40CA-7EAA-DB61D3DF0F3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15DMA – Howrah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D99E641-2C13-B9CB-599E-C2F15EF5FCF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5436BE4-1711-5BFD-BFF8-C1949BE12C2C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CB7E0652-4149-1450-94FC-91E2D14A27F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56AC09B4-8915-839A-4D09-F9B4F3B6B2C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493760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873169441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DFC7DFD-86C1-E42B-D572-74205915C0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E5BEA59-003E-38D3-E6B1-1316C01E5D3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29561A1-883C-8FC0-7489-D7B9E638D87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15DMA – Jalpaiguri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33B4268-36EE-D4A9-56E7-791DBE95964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C0D69A2-16C4-A11F-07CF-D13058567BCC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4FBE4AE4-61A6-B358-F00B-8083D526C9E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E4295AE7-402F-F2FE-9F93-1C290F1FCF3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31139109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537720044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9B1BD8E-BFB5-149B-F24E-F650CBD4D54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B6DB0C4-95F6-B34A-F840-61FBE8C9850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AFF7863-3D33-AAB8-CB7B-5AC2DFD2313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15DMA – </a:t>
            </a:r>
            <a:r>
              <a:rPr lang="en-IN" dirty="0" err="1"/>
              <a:t>Jhargram</a:t>
            </a:r>
            <a:endParaRPr lang="en-IN" dirty="0"/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9FAD851-ED77-63A8-853C-E13870A3670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E3AECE8-8BED-614A-01F1-5DFCC93E89E8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38A544B6-9DC9-CA76-1F91-81240FD356A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453CEA9F-3854-90F4-F743-4A9BB9339E2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87344464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399598229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1BB1704-E3EA-7FD7-7CD1-CE78821634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EFF5B43-E2E2-EB1A-237D-7C752E65BF0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C0802C4-AFD3-B484-B412-9B55F5BBE2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15DMA – Kolkata Corporation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A763B74-9817-CDF0-6360-96610A4EBB6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35515AA2-14C1-958B-F940-B1C2ED49F3F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476481C4-FC46-BABB-887D-B14FE1C9B6E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867B9E36-7698-37C0-971E-2509871BB19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256035723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851124669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CF74685-4014-9AE1-B9DD-69E1D88A86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81E6F9B-D2BA-E4FB-5845-C3119EE7965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EE3B3E1-CA28-A614-6E1B-22D0B9D1FE1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15DMA – Maldaha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71C72F5-4552-D124-CFFA-ECCC9A79058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3B75A98-0374-9C2E-3BE5-2377EF23F46B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B73567A7-D82F-5CDD-55E4-80DEE2D06A4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EEF9BF2C-F2C4-8E30-3FD4-0566C19F334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0407726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588393471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B7A2D9-9D3B-F542-A2AC-739BEF51F1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4DDCD23-2B59-069B-86E6-08944506352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1F083B80-5C5E-55AC-48A4-FCE63E04C5E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15DMA – Murshidabad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888C256-7513-C636-889E-F83D9450D0B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EBE658C-BC91-5A04-F678-6E44FB9AA13C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64192E69-213C-4F74-36D8-D9DC571D8AF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F9DA7146-8D05-91AB-E873-DA6356A086D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9102680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56429901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2E80F97-B8C1-E897-09B7-B35C2E0E04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B83A50C-9D64-8F0E-B163-58B4CB6E96E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40A5A78-C13B-AA49-2632-1D8724AD108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15DMA – Nadia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4C269888-7421-1D3B-9D40-F042E20B3CD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67024A0-2C4A-1BB2-6DD4-0002BDC59E48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D98C8568-BC2A-B38A-C959-2B206F46DC7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A9045FF5-9F50-8165-86E0-A2D7C881E47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8903367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849810589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C76EF84-D1A8-A56B-3F18-BDBE4D0099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527DCA6-5CE7-7E8F-CCE5-2F314B31C91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C31B6BA-4F52-EAC1-D92D-984857E2B9A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15DMA – North 24 Parganas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4BC15F95-6A56-1A62-949B-DDB15D53499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380DFDE5-4C76-7FE2-F5C6-5E5EC2A6B46A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C706592C-543B-E715-37B7-452ED25678C0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F2C8F833-AB6A-5B24-AE50-707B0EB05F1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836839323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43811575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75E09B0-F30B-0ED4-C4B0-F2BCB77C254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A148915-FE43-B065-F89B-E79B56ED45A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6D0A789-5D3D-97F0-D208-9B90AD82CB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15DMA – Paschim Bardhaman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D58A40A-25A3-C016-6A10-E2E8971E471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9FDFA50-87E9-38FF-3AA5-8C741B2096AE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6374263B-2834-52C7-B35A-5EC6E163C7E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6B8886D3-D070-E918-FC07-C9E00A7AFE5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23391664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418578473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FA1EB11-1BFC-6A1E-EB6E-A76EC4DF910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BB9DC2B-2FB6-2796-47FF-5DDAFED676C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1FDA1B5-5438-B7BA-ACF6-ADCB737C9E0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15DMA – Paschim Medinipur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BDD688B-D2CD-5CDC-4F99-8393BB600305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A4554D3-BE3C-2E8F-8016-01E20F64AC56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8A3B264E-BA34-B2D7-2D2A-4D81C127357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1B16E9D4-8DDB-DBF8-5357-7D9683AFF65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28474397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437919888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87F614B-5894-B423-5E39-A444EB1EF2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E3CA617-4CC4-D8CA-2C0E-F01A536832C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4219A78-9AEA-093A-DAA7-053C4504F32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15DMA – Purbo Bardhaman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57E3BE2-7830-4A5D-A47D-37C49BDF905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02E05F6-9838-1CA6-FB0A-6917B9D471F7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F84228AB-C437-AD46-2C9B-B5D5C8646F1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CA3DB9FE-A046-D528-1ABB-ECE9DB47ADE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0581035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259984292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2A064E-2F0A-A0CD-B958-9DF35640ED7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A36E868-1DF5-5B37-75B4-ED8B2DA7D8D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A022B85-FC58-22E6-B506-7D7DA63E5DB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15DMA – Purbo Medinipur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A2B2EC4-06C7-9757-6944-BC97D8FBB42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CA002CE-917B-B5FF-F675-3C52F1306F81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9CFFB7CA-C4E2-AA39-CA95-7760694DC58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C1249FDD-496A-63B2-04E4-207CF92CF2F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10660699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643871441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89A9731-932A-7E65-53FA-76F17F0238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6B7DA4D-3A11-8C91-DF72-10E12E1A69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DBDDDF0-DCE8-F9C5-6402-31A515C425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15DMA – Purulia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2F59956-0E51-FD59-FCBB-CA3B766EBD8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8E70FC0-4438-2C31-6326-C0FE1000ABC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FF727076-A636-28FE-D6FA-523638F3F7D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B0AE0F63-F3AE-5983-3F0C-BAED89813F2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503765317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007352757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98F2136-395C-A9C1-547C-2CA4285AF3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0AEF30B-A109-58ED-23DF-F3675763FB9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E0A7D28-3BCE-6B53-A675-37F0300B613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15DMA – South 24 Parganas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A40C5A2-8D1E-6CB9-608F-CB30B3C3C25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90F9A5E-D1B2-1993-2B87-6857CC728DAA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D2B41299-F6AC-7AB2-C5CC-56554A8B3EE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135812B0-4941-4A8E-6C4D-DA666B156CD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23981022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4076829198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B8C7C59-0538-8CF3-BB45-B3B248902E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397B28B-EF64-4D41-7D4B-0763418DCC0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9F9206B-6E6D-A7D5-35F0-B689F6D8E0B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15DMA – Uttar Dinajpur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4C1A3634-9438-3009-7DAB-6103ED8E117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458080B3-2BB7-2EEC-3E97-6AB71CCE82D2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AE156E11-B41C-650A-E054-98594606B62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D3BE7970-AEAD-E09D-BB82-5454BEB04F0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019930263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765879699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8E0C7E5-BF09-D108-EFAE-DF2C77EFF1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30FFB9D-C1EC-3C3A-5D7D-E59B69CA3D5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4A39F90-F547-609B-CDE7-D4065B5B4C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30 DMA – Alipurduars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B0DF439-837F-12A3-43D8-6383FDD33A8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011FF55-D51F-B43A-1B24-275F40CD8BDC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4E07C19C-7E57-495C-85C3-08F430CEC68F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C1B3C712-2986-468E-DE86-EE3BF6D4CE8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37537233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BF04FD-50DF-7130-A3E1-3C3BE0D063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0C8DAB6-DE2F-0DA5-BFDA-09728B28B9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54B5F34-A1C5-6BC5-80DF-83DE2239EFA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30 DMA – Bankura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F24ED55-A7DE-A21A-810F-5B6CFD6E1D8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4319AE44-1ED7-27F2-ACB8-9A4A77773452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2E3A2E99-F943-C865-F873-9F25CD4FE21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89CA31E3-06A7-BAC8-3355-DC90EEA11568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514897670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F825349-41C0-B21F-5C55-5CA2E93800E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3025F7B-BD33-3CDF-F701-44FF8422C7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D1F63BA-8D8D-A7C7-B37D-EE5B0B7210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15DMA – Birbhum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E20BA42-774A-FBBD-9B7A-78C0FE3FFB8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C9470C95-705A-C40C-0B90-F3B2D373C106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A8387BF3-5041-5162-E924-4545A0857D1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176CC400-E786-2841-B9CE-65259B3FA17F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058017992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F350B3-FA2E-2104-EF75-4351E4788B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0B15005-97FD-6F53-77D1-504C27FEF55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BD307C8-9321-A663-16F0-AECA2CC2847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30 DMA – Cooch Behar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F4FC2078-81B4-B068-A21C-BA4B31E18F1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45E5A612-7BC3-FC20-4DDD-3BB63D49701F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1CB2E6CF-4D3D-2521-01CE-05FD9E26D60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939B2509-0509-C4CE-4A07-35D9F9F17926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942873001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715A6AA-7956-79EA-3160-889B687528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8835EC3-5EF2-ECA1-E52D-2A15BC32AAD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8D6F16C-5EAA-14F2-B545-13F9ACAEBC9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30 DMA – Dakshin Dinajpur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4E4DAC3-F889-78C2-8EC6-EE050A46367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862B0197-746C-FE96-38FB-69652CEA5860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4B13BAE5-BBAF-1659-E441-383D124D545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AAACE616-63C0-E0FE-1020-5B3F3118924D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420304675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2F00FD-5162-2002-B38C-5708D70005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D43D2A2-730A-11FE-9D28-1E947F6AA7A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DBE500F-A3AC-0E4E-2B0A-70E5EB85E86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30 DMA – Hooghly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9D65C2B-2AFE-DC07-09FE-510473B7055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1391E95-83EA-09F4-9A10-50D3327534E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9CF141F9-D8E6-DA5C-F40C-E91D34168A27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2B5AA380-780B-ACD5-64E6-979A791FC820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488881550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DE88A0-3CE7-B54C-1025-05A681083E2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F4FABA1-4EEC-9CB3-9F84-D510907B82D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00E898BD-7FC8-B8BC-3FF2-566019D835A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30 DMA – Howrah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4266669B-5CD4-4FB2-1219-A02632F2C37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388156E-56A8-850C-FF29-001C28E72AED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D5039CB5-F4A7-9737-B6A3-EF94F85D9F2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EEBF0FC5-BA50-B199-3407-5AAB2BABC436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932353006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45FF72-63B4-B7BD-1C03-B6BC67153B4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8D9BF6B-C035-5430-94F0-E508F6B6E9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9930E34-570A-DAFA-8124-7B68A7337B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30 DMA – Jalpaiguri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4FBAEC9-018D-8697-0B21-5469FE33FE0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0E9BCA3-93A2-275B-2AAA-56E4F778E7BE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2D6BABF8-DCE9-C917-2FDD-FB4F577B2C2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F06323F1-4BD0-C261-23E3-2528EC6B3064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916563376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261132C-02C0-1B0C-B453-1F31615639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31785AD-FD33-B8A8-9D0F-61C3C0FB30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1597BF7C-0315-969A-C24C-26536F2770A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30 DMA – </a:t>
            </a:r>
            <a:r>
              <a:rPr lang="en-IN" dirty="0" err="1"/>
              <a:t>Jhargram</a:t>
            </a:r>
            <a:endParaRPr lang="en-IN" dirty="0"/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5412367-FFDB-AE45-492F-3A09B10F34D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21426A26-D9CF-1CDF-56DD-B37D44AD674F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A7BC7661-42F4-FEE7-92CC-8FA7AC9772FB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CA51DAD6-623D-0FC5-3320-873522861F73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012261170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7987A4D-3A75-EC52-C7D3-DC595DC6F4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40DEE7F-12C3-CED8-FD58-16C00D9E719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CB0A087-30D2-EC90-81DC-58811D4408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30 DMA – Kolkata Corporation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DA86FBE-4BE9-58EC-E7AD-C6CBCC5605C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23B5AA17-98FA-BAB1-482D-A21F8DD72957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5A098B63-D304-D739-C837-088163CF0347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3078FA66-4A41-DA0E-CE41-BD39721E8A04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050392936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9EB6A33-ADBC-287C-6FCA-2AA9A4F7C7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0B4A3F5-27D0-71FF-84C0-F3BEF39C20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D2579FE-B8AF-38E8-7644-E7FEF6BA386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30 DMA – Maldaha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D3882E5-0294-CE93-3566-19CE3B6F564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67AB7DA-6767-C740-962A-AE5430084160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36C61996-D46D-3B32-DD71-E851F78C581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754B22C8-094B-6B50-CCA1-B49144E77055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273509483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59F1DC-74C7-7AE9-B11E-58B2371BCFD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6060BD4-3B72-874E-B0D6-B3D69A16D03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810F815-B10F-C63D-9EAD-AF0D56FDD3B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30 DMA – Murshidabad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3FB1150-06BE-9437-F635-C640D55DDC3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97DFC5D-9637-DBA3-2059-07FFF5162F1E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196EED7E-6F4B-EE63-AABE-8E3D52F52FB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8E1DC385-5F92-04E1-87DD-FAC7F2F89005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231961042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9BAB9E-29B4-A2FA-8BAD-D04A5AB7172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964548A-AECE-F905-E980-64B202E58F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1ECEB3F-6219-31F7-4378-BE434779159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30 DMA – Nadia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426ABADE-A9C3-D51C-005F-963570AC11F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412D792-42C8-D5FB-6C12-F5BB45C36212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C3DCD6E7-5EF2-9F1C-3C6B-EEDA15F2A4D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F15ADFAA-9C27-F7B5-3B32-888CDD720909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604894533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F76E2B7-CD5A-991F-913C-24FC7AFB67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34350AD-063C-64A1-0BFC-75A0713F59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36719F40-EAE6-5B31-9BA6-95A9AAF6E61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30 DMA – North 24 Parganas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1C791CD-45FC-D944-DD1D-8D9C403D8D2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35C1E76C-DC54-B8C2-6BCA-373B61AD6A6C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A36AC4BB-6514-6161-2D4D-529E679CE90B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A9783802-B2D9-50F8-4576-BB674945C926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577015354"/>
      </p:ext>
    </p:extLst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717CF4C-7008-2248-10FD-8923CCFB72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D31CEEA-AE91-FFF6-C127-7123516F2E4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D9CFB82-23D9-5221-0A3E-4D553A6E4CE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30 DMA – Paschim Bardhaman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6058C0D-F396-20E4-2E23-A6CC6C21044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32CF39AD-C6AF-EFAA-EAE8-8C5696A72B62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5532FA63-A388-793E-3675-E113E882D5D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78BCFBEA-9CB2-8DD1-CD7E-E050BCE5F46A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769183945"/>
      </p:ext>
    </p:extLst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A533509-7FA0-504C-E64F-4CF1C96378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2602380-FCA6-E93E-55DE-7C1A712A6CC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8183D8E-71B7-3C54-277A-A6E44E55B6F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30 DMA – Paschim Medinipur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BBB1BEB-1A1A-1C10-152C-23281A181CB5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3472093-8A89-13E7-DEB9-F7B155D70A12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EC5D56C9-35FB-C55C-B28B-B125F98C32B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D9E326F3-E620-5F14-64BF-D9CB09192749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982825849"/>
      </p:ext>
    </p:extLst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D152492-35BF-7484-DFFE-1A9F0B2B5D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7C52143-AA02-5C95-3FAE-047799BCB13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E3EF5C0-711B-AE41-C852-D103CEA2637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30 DMA – Purbo Bardhaman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BB3C2F1-974D-7103-9994-A4C2FBE8E85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BCC14CC3-DD3D-AEFE-44E6-41222175708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E6A0471D-21E8-5224-5190-7139FFD347F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63A38FE1-2A99-39ED-F460-35958C9853A5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399388349"/>
      </p:ext>
    </p:extLst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9E01F14-173B-C149-46D1-200F6FD9EB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CB016B4-8B0A-D84D-87C5-8FD1540C364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3C27058-5F1B-8942-F97A-162342C283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30 DMA – Purbo Medinipur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00B6DFA8-96D7-FDA1-CCA4-1F8A6975A08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88B817E-F151-3CB9-FB90-1A13EA1ACDE5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DE3EF1E2-D0F3-6229-DB4E-E1992F74B75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18DAD42E-6FC4-A6E6-E007-7FAC9E4C7483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537425056"/>
      </p:ext>
    </p:extLst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842EEB4-5F79-39B8-169A-EDFD602FD1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747E083-D2CD-BBD9-CCD7-658EB6592D3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1FB9E2B4-2522-03DA-5EC5-F7A51EDC46E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30 DMA – Purulia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B2FDAD9E-3BCC-23A1-5AC6-696F10F9532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6A563A3-CA43-D106-4A3B-5FF83F850FFE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5FCF4CA6-996F-4185-6C47-62C2DCCE18B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62576272-52E7-8E3C-A4E5-A6D9DE47F99B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219416147"/>
      </p:ext>
    </p:extLst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0803D5B-0D49-DF18-E83C-8FCE150D4C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F72A092-239E-2BD5-5D87-F2C50BE539B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61BB3DF-BB24-CABC-9C49-6945D34918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30 DMA – South 24 Parganas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3DB9953-725C-1401-5838-22121D8D5F5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A8E210D-7E8F-213F-BECA-E8E599516957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EBBE4B47-6FC9-986D-58C9-592F59A8782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25CA61DF-3FBB-DEDE-9472-D5CBB476E88D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705752516"/>
      </p:ext>
    </p:extLst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BE30BAD-DE7F-920E-6F1B-1DE6090F23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6B80A21-329A-9B88-EE0A-470BC0357FC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CFF7349-F22D-5826-7D32-3358A4CC634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30 DMA – Uttar Dinajpur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CEEBC0E-D466-E9BD-D0BC-6CD273A4E18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B1AFD64-FD32-787B-37C0-F1BF20A14FB0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DE530A40-BA14-7A9B-701A-82F328847EF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6A64C279-D6F2-1ED3-B4B2-C7F4CC36470C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4030631290"/>
      </p:ext>
    </p:extLst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3BC35B1-2BD6-CA27-C641-9AD7DD934D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4223F336-05AE-33F8-1127-DC6FC6E0B28E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Section 1</a:t>
            </a:r>
            <a:r>
              <a:rPr lang="en-US" sz="44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: AC Level Analysis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8FE7F6F-AF72-067E-8189-CB5075DE123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137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175EB4E8-CA26-B50E-E820-16292D15FD6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890112513"/>
      </p:ext>
    </p:extLst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0DC00E2-D55E-21C0-B75B-277CA04EE7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D3F805C-2CE7-BFE1-CB8C-683292FDAED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3D5EF786-3A33-2ACC-C7B8-A3F5F22461B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/>
          </a:bodyPr>
          <a:lstStyle/>
          <a:p>
            <a:r>
              <a:rPr lang="en-IN" dirty="0"/>
              <a:t>Seat Share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D0B2C03-5DF2-2885-EB7B-1F91D325AE1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EDE685A-DEBB-A8F0-049C-3B6C3A0653F3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E9808535-E76B-BF77-81C3-60CDBC2A330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9" name="object 6">
            <a:extLst>
              <a:ext uri="{FF2B5EF4-FFF2-40B4-BE49-F238E27FC236}">
                <a16:creationId xmlns:a16="http://schemas.microsoft.com/office/drawing/2014/main" id="{20C0085A-BA5D-0275-4F4B-08781C3C529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0759092"/>
              </p:ext>
            </p:extLst>
          </p:nvPr>
        </p:nvGraphicFramePr>
        <p:xfrm>
          <a:off x="1345428" y="1889557"/>
          <a:ext cx="9501144" cy="307888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002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0021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00214">
                  <a:extLst>
                    <a:ext uri="{9D8B030D-6E8A-4147-A177-3AD203B41FA5}">
                      <a16:colId xmlns:a16="http://schemas.microsoft.com/office/drawing/2014/main" val="1136322972"/>
                    </a:ext>
                  </a:extLst>
                </a:gridCol>
                <a:gridCol w="2000214">
                  <a:extLst>
                    <a:ext uri="{9D8B030D-6E8A-4147-A177-3AD203B41FA5}">
                      <a16:colId xmlns:a16="http://schemas.microsoft.com/office/drawing/2014/main" val="174467900"/>
                    </a:ext>
                  </a:extLst>
                </a:gridCol>
                <a:gridCol w="2000214">
                  <a:extLst>
                    <a:ext uri="{9D8B030D-6E8A-4147-A177-3AD203B41FA5}">
                      <a16:colId xmlns:a16="http://schemas.microsoft.com/office/drawing/2014/main" val="1229548343"/>
                    </a:ext>
                  </a:extLst>
                </a:gridCol>
              </a:tblGrid>
              <a:tr h="384861"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Party</a:t>
                      </a:r>
                      <a:endParaRPr lang="en-IN"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6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Past Election Results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b="1" dirty="0"/>
                        <a:t>Current Survey Result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00955437"/>
                  </a:ext>
                </a:extLst>
              </a:tr>
              <a:tr h="384861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63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AE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2021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GE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20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24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90 DMA</a:t>
                      </a:r>
                    </a:p>
                  </a:txBody>
                  <a:tcPr marL="0" marR="0" marT="431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Overall</a:t>
                      </a:r>
                    </a:p>
                  </a:txBody>
                  <a:tcPr marL="0" marR="0" marT="431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84861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AITC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84861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BJP</a:t>
                      </a:r>
                      <a:endParaRPr sz="1800" b="1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84861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spc="-20" dirty="0">
                          <a:solidFill>
                            <a:schemeClr val="bg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Left Front</a:t>
                      </a:r>
                      <a:endParaRPr sz="1800" b="1" dirty="0">
                        <a:solidFill>
                          <a:schemeClr val="bg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84861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INC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84861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Other</a:t>
                      </a: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84861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Total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294</a:t>
                      </a: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kumimoji="0" lang="en-IN" sz="1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ptos Display" panose="02110004020202020204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294</a:t>
                      </a:r>
                      <a:endParaRPr lang="en-IN"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kumimoji="0" lang="en-IN" sz="1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ptos Display" panose="02110004020202020204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294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1467625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22560592"/>
      </p:ext>
    </p:extLst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475C7D2-BAF9-7BAF-6B28-9514DFAB32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582F763-2A7C-11FC-F580-851A7B6A590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70EFD4C-AA79-2EF6-34A5-72DAAF41BA9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/>
          </a:bodyPr>
          <a:lstStyle/>
          <a:p>
            <a:r>
              <a:rPr lang="en-IN" dirty="0"/>
              <a:t>Margin Buckets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65BB9E6-0DFE-28D7-939C-F65807F5548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5D485C9D-5FDE-DBAB-9CFC-534FAF78F19F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F2809A14-4CCB-9BDB-4D7B-73C4B42B2BF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39B2364F-6147-9274-2A9C-84CC5B6A6B8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45870731"/>
              </p:ext>
            </p:extLst>
          </p:nvPr>
        </p:nvGraphicFramePr>
        <p:xfrm>
          <a:off x="3048000" y="1760220"/>
          <a:ext cx="6096000" cy="33375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2000">
                  <a:extLst>
                    <a:ext uri="{9D8B030D-6E8A-4147-A177-3AD203B41FA5}">
                      <a16:colId xmlns:a16="http://schemas.microsoft.com/office/drawing/2014/main" val="1980348078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421861149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401279787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Margin Buckets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dirty="0"/>
                        <a:t>90 DMA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dirty="0"/>
                        <a:t>Overall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1773196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Above 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3365344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10% to 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9479193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5% to 10%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252123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0 to 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506083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0 to -5%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6915448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-5% to -10%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923796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-10% to -15%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335958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Below -15%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1053705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74568272"/>
      </p:ext>
    </p:extLst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A0F1BD-CD4E-033B-5BEC-B7FC0ACE96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DB10160-CB0E-1434-7931-307E160EBB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6C3E160-2324-A19A-9697-02003877850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F73005C2-59EF-C142-0CE5-66E1EE07331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9D7BCFD-CA7E-EFDA-A062-CB9E02D62935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80FDDFDC-B099-0BA9-DDBA-AEC8DF30EEB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E27CE03C-B270-5366-7D1C-51BF1168498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47579574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Mekliganj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Mathabhanga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-12.2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Sitalkuchi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Sitai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Dinhata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Natabari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Tufanganj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-14.9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Kumargram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Kalchini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-14.6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Falakata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Madarihat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-17.8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99196094"/>
      </p:ext>
    </p:extLst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B95CFE9-576D-6CA8-60B6-3394DF07115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1C70EE3-85BE-842A-6FBF-7EA4732A18E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E2EAD79-A085-D41F-A4BB-E444FC0CCE7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( 2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F437BA0-423C-7C93-0241-3113397FA8A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A91D58A-F5FC-6D92-D1A2-0C1FF04DDC8E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E715DAEC-4C1A-2A9C-02F7-196F3A1E89C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743837C8-18EE-C1CC-9FCF-FB40EEF7F2D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59909560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Dhupguri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Maynaguri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-11.5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Dabgram-Fulbari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-27.9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Nagarkata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Kalimpong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Kalimpong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-61.2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-19.8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-56.5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Kurseong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-55.3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Matigara-Naxalbari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-29.4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Siliguri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-36.8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-19.9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Phansidewa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Chopra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04721832"/>
      </p:ext>
    </p:extLst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F70E7C1-F588-F8B7-E51E-A094000A1C7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7F1AD72-2C7F-0418-E84C-77A632DE7AA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B3E2700-C991-4E69-AA30-0117BF72656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( 3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5649EAB-B490-8E32-5930-5639FD0A7FE2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FC4BCCA-C1F8-091E-DDD6-ED0DBEF444C0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E73333A5-3F68-D7B0-6DAC-B366E12DB8A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EB0C53EF-6F87-FBF9-8EFF-CCCC9010495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7670032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Islamapur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Goalpokhar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Chakulia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Karandighi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Hemtabad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Kaliaganj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-29.2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Itahar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Kushmandi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Kumarganj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Balurghat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-28.2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Gangarampur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96829863"/>
      </p:ext>
    </p:extLst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770E5D9-3ACE-E332-0184-91D3D5ACBA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35571EA-CCCD-27F9-44DC-C20F646A4C1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29AC7A4-7500-B55E-01F0-D9A4246380F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( 4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3BFE280-003F-27EE-98BE-24C20F2A437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A1B9241-88BA-D18D-4FDE-D1132295988C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A05777DD-4153-7572-B6F9-3CA44413F06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F1D3FD3F-01CC-8884-E66A-406C6B413AC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75973499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Habibpur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-18.6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Gazole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Chanchal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Harischandrapur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Malatipur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Ratua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-15.7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Manikchak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-24.7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Englishbazar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Mothabari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-29.1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Sujapur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Baisnabnagar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-19.4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Farakka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-28.2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Samserganj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09216744"/>
      </p:ext>
    </p:extLst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53BAF7-CBD1-91A5-5C25-9F9A771553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D3D3F20-BA19-8225-7713-6B2773D257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D2AEE76-4CC4-4C82-1092-06F22685C86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( 5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6416D78-37F3-0A70-1564-797F8DF8E03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5875EC9-8D36-E526-C13C-C72F2BBD92C5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0CB4EE1A-2B53-4E9B-F8B5-05BC1E74776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6D897A48-8248-875C-F4A0-E7AB0E324BE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43522024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Jangipur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Raghunathganj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Sagardighi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Lalgola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Bhagabangola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Raninagar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Nabagram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Burwan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Kandi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Bharatpur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Rejinagar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01403218"/>
      </p:ext>
    </p:extLst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6FF1705-39B0-553F-01F6-15C5033902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EEC63B0-2DCA-F1E7-E9CB-A13EBDB4A7C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2B216B4-FAC6-C54D-1941-F4B1381E8A8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( 6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43C99A6-5FCE-6596-EF08-2B1A998A71D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8EE7EEC-21B1-DD14-F691-309D12E6C59E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78C3E747-BD3D-C556-FABB-9F8B02371370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05162389-F98E-598A-0693-298A29580C3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59666402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Beldanga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Baharampur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-17.1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-13.6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Hariharpara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Naoda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Domkal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Jalangi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Karimpur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Tehatta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Palashipara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Nakashipara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Chapra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Krishnanagar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-26.5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-17.4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Nabadwip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85462525"/>
      </p:ext>
    </p:extLst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E35DFD-F188-BDF1-A103-0730ABA281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D33D5CC-AD96-6385-8AE3-8916DFF42E4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A656F48-92EC-2022-7750-FBD77B7456E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( 7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310B97E-3BD1-EAEA-64B9-3C3C5FE273B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AB5D575-9851-700F-719D-0240FB5E8C62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947618C8-6249-6ECA-4A2C-1F997C6BCE3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D42D4E0D-2562-6BE0-24D7-4D6251ABE10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86365552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Krishnanagar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Santipur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Ranaghat Uttar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Krishnaganj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Ranaghat Uttar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Ranaghat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Chakdaha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Kalyani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Haringhata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Bangaon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Bangaon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Gaighata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Swarupnagar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99309206"/>
      </p:ext>
    </p:extLst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75A5A0-DD56-9A61-D1A3-232AB04A739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CFEBCCE-BB5C-6CCD-E705-5F090BCD002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3DA8872E-5A96-698B-176E-A466C261371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( 8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B590822-8EEF-DA6E-69E0-934DB29AE1D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4C41B53-F4BE-2B0E-AF5C-8BF34CFD342B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16535AA9-3F4B-E39D-D60B-292AED4001D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DDEEBCC9-043E-6A03-30D7-D2994DA4AEC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65456997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Baduria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Habra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Ashoknagar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Amdanga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Naihati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Bhatpara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Jagatdal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Noapara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Barrackpur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Dum Dum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Panihati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Kamarhati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01847169"/>
      </p:ext>
    </p:extLst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891A16B-3643-F4F3-EB99-FF0DE862EB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BF05F07-AC90-A668-C993-D463D773986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EB6E92C-14A3-4588-DE47-B4DEE1A63D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( 9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C3A61C8-6743-488B-1820-3529BE15B31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490E262-7A31-CD96-6BA2-145342BAC78D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E8477F91-E5D9-F4FD-804E-02270819C28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1F4C0B0D-5DEB-3800-21B7-0F8718CCCF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06356427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Baranagar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Dum Dum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Rajarhat New Town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Bidhannagar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Rajarhat Gopalpur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Madhyamgram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Barasat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Deganga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Haroa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Minakhan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Sandeshkhali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Basirhat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Basirhat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Hingalganj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80179456"/>
      </p:ext>
    </p:extLst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1AA585-42B4-70AF-CB7F-456AA5EF6E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677336C-6DE7-B2A0-AD19-408CE20C35B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3406E2F-4319-17D4-6428-DA2CC261ED7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( 10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F445B95-2AD7-7EE3-2891-86907AF038D2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0545B94-2F10-468D-5674-E8D8D3CF1B1C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6319740D-E706-18E4-9FA4-82DD730A408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94AF1563-28FF-8FC0-C083-1310E9313D1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50204308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Gosaba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Basanti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Kultali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Patharpratima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Kakdwip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Kulpi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Raidighi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Mandirbazar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Joynagar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Baruipur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Canning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Canning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Baruipur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11484501"/>
      </p:ext>
    </p:extLst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39F2826-4B1B-8FA2-A7E9-AE175E8175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B61F1C2-0B11-F113-55FA-80A1693D796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E225C75-9348-9C12-C323-008BCA05ED9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( 11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D074361-48D3-8AB7-5E77-5B577DC29005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DFB7F0CD-C6DB-2CE9-5730-0A0424A1A163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B097D0BE-0756-D451-951E-3A7533CEA4C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72C6C674-BD65-42DC-2595-E1925D063A5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7086957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Magrahat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Magrahat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Diamond Harbour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Falta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81.7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Satgachhia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Bishnupur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Sonarpur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Bhangar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  <a:ea typeface="+mn-ea"/>
                          <a:cs typeface="+mn-cs"/>
                        </a:rPr>
                        <a:t>Left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Kasba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Jadavpur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Sonarpur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Tollyganj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Behala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Behala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00446699"/>
      </p:ext>
    </p:extLst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265ACA3-ED5B-E585-C478-5346BA6DE0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934842A-3310-B9BF-29CB-D44CF0C91AE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C72AC2E-2DA9-5EFB-28DC-31BF32D4E28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( 12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6EAAF01-F965-3CEF-C89A-809F216338A2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88EB023-0BB7-A346-8FEA-9308BB8387F0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6957DA9F-A83E-8853-2518-3B8BFC839E67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9CAA62BA-5A3F-479D-0068-449FFFA93F2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43757609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Maheshtala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Budge Budge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54.5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Metiaburuz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58.3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Port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Bhabanipur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Rashbehari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Ballygunge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Chowrangee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Entally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Beleghata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Jorasanko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Shyampukur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Maniktola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Kashipur-Belgachhia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25253980"/>
      </p:ext>
    </p:extLst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7D08162-9B83-3719-37C6-42EE538A26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8E44566-8A8E-E61E-6FEF-E32F2559409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F8FE5DD-62F6-262D-4933-561FE9F3786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( 13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E8C6AB7-C5C8-7B33-A23B-4488A5EA615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26561C3-2E92-AAD9-BCFB-673AFE756267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2BE55DA7-09B2-9517-1EF1-0D5A8022E85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A59FA989-C62E-53B4-64DF-C6FF4B1D4BC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76174252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 Madhya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Shibpur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Sankrail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Panchla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Uluberia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Uluberia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Uluberia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Shyampur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Bagnan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Amta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Udaynarayanpur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64542313"/>
      </p:ext>
    </p:extLst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5D72FC0-CCD7-2946-EF8B-11C34030F46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851A72A-C816-DDE6-7826-1D41C37AE8C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02580CC-A50C-0C9A-30C5-D9B6354793E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( 14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4FFD408-15B1-88DB-35B7-6790F3ECB61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B70F6133-46D9-FAC8-9988-65C779F56134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4BD8ED10-5B06-195D-1F88-59B5EBE0D80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D6AEDA68-1771-2191-4C56-6CD5570C95B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76854704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Jagatballavpur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Domjur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Sreerampur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Champdani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Singur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Chandannagar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Chunchura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Balagarh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Pandua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Saptagram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Chanditala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Jangipara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Haripal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49886937"/>
      </p:ext>
    </p:extLst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1D7D61F-3477-4339-333E-0E433A8AF9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909BCE3-933A-0502-F4EF-CC94087FFAB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C519649-BC19-5A98-5409-B70FCEBB73C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( 15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192DB3E-6F45-A3E1-D3EE-88BFBF03182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91F2E5F-4F7E-B23C-AC46-AC361A87364A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43B2F414-A41C-4B2C-BEFB-8FCF5A571C1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EC8B24EA-2EEC-8768-449A-39321605685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71973436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Dhanekhali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Tarakeswar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Pursurah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-12.6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Arambag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Goghat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Khanakul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Tamluk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Panskura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Panskura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Moyna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Nandakumar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Mahishadal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Haldia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Nandigram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71200768"/>
      </p:ext>
    </p:extLst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E5F3801-8E60-9FC0-3789-F49A0DD4791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579345B-6442-C306-8916-55316E8A9F3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0AC3CC1F-1EE0-26E0-A139-29DAC9B21C4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( 16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BCD55FAC-7996-3EE5-86C0-801B7B8624A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C0212E69-05EA-9DB2-DCE1-B0FFE31C0583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927D731A-9027-F675-8D28-247CDE3AD6C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B1E26489-534B-1251-D36F-55E1B04CD20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88560471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Patashpur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Kanthi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Bhagabanpur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Khejuri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Kanthi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Ramnagar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Egra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Dantan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Nayagram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Gopiballavpur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Keshiary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Kharagpur Sadar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32340745"/>
      </p:ext>
    </p:extLst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41AD9E7-E728-98C4-BFF2-BDE039DDAFB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1FE07F2-6800-C975-C9F3-E0C713CE8C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1776E1A-0B1E-3B12-880F-EAE386BBF2A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( 17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1A8117F-A335-7B8D-545B-76D285ACA90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125D26E-429F-B90E-4317-82188288BB5A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2D38C5B4-876C-3E76-692B-8771235B3B5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34711DFE-7328-1868-08EC-49B805C5F15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93916959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Narayangarh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Sabang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Pingla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Kharagpur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Debra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Daspur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Ghatal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Chandrakona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Garbeta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Salboni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Keshpur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Binpur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Bandwan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00763310"/>
      </p:ext>
    </p:extLst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33EFA3D-62A6-949E-1BDA-09DD5A7D03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910F785-E352-AA62-EA6D-F43E872A595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E2DB7BF-772D-5D14-7827-5C4C2F59A1A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( 18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6DA5ED3-E65C-DB3B-D4CA-4C6F5DBA89E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B3F85F76-069C-A15B-7027-EF161187BC74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BF715C83-DD23-5744-EFA8-DBD7EC28F96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8AF8A8C2-F7FC-0B9E-56F1-7A0074B3F77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36205154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Balarampur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Baghmundi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Joypur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-36.7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Manbazar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Kashipur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Raghunathpur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Saltora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Chhatna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Ranibandh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Taldangra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48656007"/>
      </p:ext>
    </p:extLst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B43C6A-7CBD-91C8-31C4-99A3300F05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1EB8097-0FCC-96F1-01B7-60B65582F6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110C44CD-56C2-6E08-EC63-E7E6A7A923F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( 19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869D0AF-F540-E1F6-47E6-D190167813A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19FAB5E-CD14-6262-2159-717264180D31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8E17FC96-FBE3-72C3-A89B-F34658842E7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9597C6CB-3835-55DB-958C-2631D1EE6C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94337641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Barjora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Onda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Bishnupure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Katulpur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Indus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Sonamukhi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Khandaghosh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Burdwan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Jamalpur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Monteswar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Memari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Burdwan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38036851"/>
      </p:ext>
    </p:extLst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67217A3-06E6-DE7A-0213-9E01FC6DAE5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618799-94E7-CE4A-8C82-346B4D4DCDE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DC03969-6A38-BA94-204A-61A8372150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( 20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FC7B123-0559-46D8-5AD2-72868DFC728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FB2395A-A88E-6EC9-30BA-818D9EABEFDE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8D7FF2FC-C67F-7E51-ABA6-32B45E9DAF9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2198617B-0E3E-8FFD-EF83-806EA5B79B2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30658732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Purbasthali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Purbasthali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Katwa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Ketugram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Mongalkote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Ausgram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Galsi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Pandabeswar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Durgapur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Durgapur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Jamuria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Asansol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05208174"/>
      </p:ext>
    </p:extLst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5C2E3FB-4F76-C2D3-1E44-5CBEFBE096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90E4353-AC7A-3C68-2686-C24F34CD48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D859979-33D5-41C7-2428-79F5100751E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( 21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D47686E-24FB-47BE-832B-E91A8C73189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2B6144BB-23D1-F08C-FBFE-942AF2C922A4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41B4B703-6C30-A288-98EA-CA2B5DB0CB8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3E5039A0-7EDC-3102-B27D-419B664491C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67532726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Asansol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Kulti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Barabani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FF0000"/>
                          </a:solidFill>
                          <a:effectLst/>
                          <a:latin typeface="Aptos Display" panose="020B0004020202020204" pitchFamily="34" charset="0"/>
                        </a:rPr>
                        <a:t>284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Dubrajpur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Bolpur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Nanoor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Labhpur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Sainthia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Mayureswar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Rampurhat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Hansan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Nalhati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Murarai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74486419"/>
      </p:ext>
    </p:extLst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63B2CC1-5EF8-FD9F-20AA-5F299B80B7B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0E5276EB-5391-B174-A131-F02C9B21DA73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Section 13: MLA Approval Ratings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6DE03F7-2410-B994-8A0A-37007864D79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161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481059B1-3F17-C741-ABA0-7108F1C42DE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73364836"/>
      </p:ext>
    </p:extLst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9A5F76C-D1BD-408C-30ED-561A8E4227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8B1C78D-5668-65F0-9A28-5A87DBA79F0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7436527-D215-7FAC-1ED2-B1FCAE7C935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0BA6E77B-5E74-9941-C793-CB4DB8D456B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513CC6D9-7C97-88C8-A38A-2E6DAC9EF302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863A8DD7-3632-4006-00E1-BD1FD5A34D7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788C6C7B-B5B0-00B2-365D-CD9A5130DE9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80855047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Mekliganj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Adhikary Paresh Chandra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Mathabhanga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Sushil Barman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Sukumar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Nikhil Ranjan Dey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Sitalkuchi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Baren Chandra Barman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Sitai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Sangita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Dinhata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Udayan Guha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Natabari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Mihir Goswami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Tufanganj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Malati Rava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Kumargram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Manoj Kumar Oraon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Kalchini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Bishal Lama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Suman Kanjilal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Falakata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Dipak Barman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Madarihat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Jayprakash Toppo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45108086"/>
      </p:ext>
    </p:extLst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06A4337-EFE6-D3A8-8D18-FBBF8EA5A2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A326A51-08E2-AE3B-B5ED-D3E7EAB6426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4F0BDA9-BE70-B9A4-3790-495974DCAB6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( 2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8A40F1B-4000-3192-F055-1CA4F23DB61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520419C2-0454-14FE-0AF6-2ACE6A0FDE34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817211A6-FBA9-2A25-E571-CF846840A05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8FE27058-0CC0-9D1D-E5C2-7525F062C36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01767541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Dhupguri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Nirmal Chandra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Maynaguri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Kaushik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Pradip Kumar Barma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Khageswar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Dabgram-Fulbari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Sikha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Bulu Chik Baraik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Nagarkata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Puna Bhengra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Kalimpong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Ruden Sada Lepcha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Neeraj Tamang Zimba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Kurseong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Bishnu Prasad Sharma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Matigara-Naxalbari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Anandamay Barman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Siliguri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Sankar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Phansidewa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Durga Murmu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Chopra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Hamidul Rahaman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40373419"/>
      </p:ext>
    </p:extLst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B36E70-05EF-9F53-ACD1-93C3BD640A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63F3621-AA85-6D4C-0BD7-B40F04B21D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366C283-F0C2-330D-54B8-5B4E750FE8A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( 3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02A9277-DF25-7AE8-C594-6B401D4D42A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D5431628-9CD2-B41C-50D0-E47EB7C5DA9D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CC737468-3A6A-BED8-F232-3A290AE6F13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409117A4-6A31-2510-1D19-F797EDD58A8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7509369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Islamapur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Abdul Karim Chowdhary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Goalpokhar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Md. Ghulam Rabbani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Chakulia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Azad Minhajul Arfin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Karandighi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Goutam Paul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Hemtabad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Satyajit Barman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Kaliaganj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Soumen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Krishna Kalyani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Itahar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Mosaraf Hussen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Kushmandi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Rekha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Kumarganj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Toraf Hossain Mandal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Balurghat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Ashok Kumar Lahiri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Budhrai Tudu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Gangarampur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Satyendra Nath Ray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Biplab Mitra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3775918"/>
      </p:ext>
    </p:extLst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E04FBA2-8CA2-D00C-D8D4-4A0128FE2A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83F7B22-45D4-A708-7F35-FB0219530C5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EE632C2-1A0F-4908-5FA6-EB84A48C75A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( 4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46DE955-CE8B-8C5F-8B5E-4B609253B05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5AA8A1D-F162-52E6-20B5-62F47A06B7BC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03001CD3-5E39-ABDB-029D-3B617130F11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074FBE70-7E58-C9F0-9134-AFA218C8FB5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13592697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Habibpur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Joyel Murmu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Gazole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Chinmoy Deb Barman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Chanchal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Nihar Ranjan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Harischandrapur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Tajmul Hossain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Malatipur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Abdur Rahim Boxi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Ratua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Samar Mukherjee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Manikchak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Sabitri Mitra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Gopal Chandra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Englishbazar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Sreerupa Mitra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Mothabari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Yeasmin Sabina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Sujapur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Md Abdul Ghani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Baisnabnagar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Chandana Sarkar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Farakka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Manirul Islam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Samserganj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Amirul Islam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84623684"/>
      </p:ext>
    </p:extLst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EA84F37-3D22-5571-3C66-F27D8407812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D07C30B-D21E-C08F-EF5F-64AC2815590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3C9DD19C-A25C-E5F0-EDE3-959CC0E00D7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( 5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05E7863-6DE1-B86A-A665-29D1CA2413B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7C09D81-3CB0-80D0-6F20-FCE8133FF568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8C02E593-E912-38E6-02D5-55AD9E562D4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59BE3E6C-9C87-9434-55CE-2B4F2B7E0B2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35063412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Emani Biswas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Jangipur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Jakir Hossain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Raghunathganj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Akhruzzaman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Sagardighi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Bayron Biswas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Lalgola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 Mohammad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Bhagabangola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Reyat Hossain Sarkar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Raninagar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Abdul Soumik Hossain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Gouri Sankar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Nabagram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Kanai Chandra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Ashis Marjit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Burwan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Jiban Krishna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Kandi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Apurba Sarkar (David)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Bharatpur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Humayun Kabir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Rejinagar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Rabiul Alam Chowdhury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79728440"/>
      </p:ext>
    </p:extLst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D4543E-4104-E430-B4B1-925C57BCA2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BD9D037-A376-341D-AC58-BC8824D5F62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26B7B34-270E-968C-F6FA-612609E80B3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( 6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5347EA3-E97E-F67F-3123-6A104ED1A725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BBD27E7-965F-32AB-A101-B2A46674108F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B71C1ACF-E6BA-29D1-1D80-47205A6E6F7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598264D2-F8AC-E4CC-57CF-DE8D742B294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42952403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Beldanga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Hasanuzzaman Sk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Baharampur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Subrata Maitra (Kanchan)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Hariharpara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Niamot Sheikh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Naoda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Sahina Momtaz Khan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Domkal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Jafikul Islam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Jalangi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Abdur Razzak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Karimpur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Bimalendu Sinha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Tehatta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Tapas Kumar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Palashipara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Manik Bhattacharya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Nasiruddin Ahamed (Lal)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Nakashipara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Kallol Khan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Chapra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Rukbanur Rahman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Krishnanagar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Mukul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Nabadwip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Pundarikakshya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75430674"/>
      </p:ext>
    </p:extLst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2AD316-2676-3E2D-4843-627C4F08C7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2F4D67B-5429-F152-83B8-ABA94E1910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C7D23B2-6C3A-3FBC-F1E7-BE976AF349D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( 7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B7E8BB10-182E-01F9-E9D2-43A717170EA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B36B174-9559-CA17-0683-F93AA1208FE4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CA2417CC-0100-9A0D-6528-D7DCD9A1667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C5D5ECA9-DD4C-869D-BE90-D6B201B96DF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9865841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Krishnanagar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Ujjal Biswas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Santipur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Braja Kishor Goswami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Ranaghat Uttar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Parthasarathi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Krishnaganj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Ashis Kumar Biswas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Ranaghat Uttar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Ashim Biswas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Ranaghat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Mukut Mani Adhikari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Chakdaha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Bankim Chandra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Kalyani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Ambika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Haringhata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Asim Kumar Sarkar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Madhuparna Thakur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Bangaon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Ashok Kirtania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Bangaon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Swapan Majumder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Gaighata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Subrata Thakur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Swarupnagar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Bina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62116513"/>
      </p:ext>
    </p:extLst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82DB734-92DB-5DB1-74E8-CAA13BDB38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49289F4-85BD-2859-BCFD-F2F0C730DA7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BBE4D8D-F873-2513-3BBD-9AC13047A4C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( 8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45A067A-C736-2A00-5A13-8F82B3AF1E9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4066DA6-C9C3-F3EB-E48F-B09D6435D17C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448EAEBC-DD24-0E39-D162-404F308E7BE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932509A7-8CA9-89E3-D558-9706B61874F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26806414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Baduria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Abdur Rahim Quazi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Habra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Jyoti Priya Mallick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Ashoknagar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Narayan Goswami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Amdanga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Rafiqur Rahaman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Subodh Adhikary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Naihati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Sanat Dey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Bhatpara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Pawan Kumar Singh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Jagatdal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Somenath Shyam Ichini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Noapara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Manju Basu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Barrackpur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Raju Chakraborty (Raj)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Sobhandeb Chattopadhyay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Dum Dum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Chandrima Bhattacharya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Panihati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Nirmal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Kamarhati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Madan Mitra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31422735"/>
      </p:ext>
    </p:extLst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4DA4F7-AC94-1BD9-6C62-DBE54AA04E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E2D1B81-82BB-9BD8-0EFF-CE651461CBB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31BA858-F1A0-840F-89A4-FA1F82A2704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( 9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B233BF8-979C-1032-066F-B48DE5BCF31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2B3782D-9551-D06B-0E37-8AD9B1634781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B39CA1DE-C014-4660-8A67-55285CC2A1C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E871F0BE-DB41-F6FF-8B9F-1E8953B67D4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3195365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Baranagar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Sayantika Banerjee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Dum Dum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Bratya Basu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Rajarhat New Town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Tapash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Bidhannagar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Sujit Bose S/O - Late Ajit Bose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Rajarhat Gopalpur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Aditi Munshi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Madhyamgram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Rathin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Barasat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Chiranjeet Chakrabarti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Deganga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Rahima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Haroa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Sk Rabiul Islam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Minakhan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Usha Rani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Sandeshkhali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Sukumar Mahata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Basirhat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Saptarshi Banerjee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Basirhat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Rafikul Islam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Hingalganj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Debes Mandal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34671290"/>
      </p:ext>
    </p:extLst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9F2797-1187-1BBB-141D-342600088D6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AF4BDD1-D820-63C6-6285-FBFA503494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739CD49-71A1-2281-B9C8-E691A7D4620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( 10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579B66A-C571-D9A5-6EA9-29E7CE8B491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242E032-A9BF-D555-8EC2-1A662927CAD7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63AEEBB9-D2DF-2040-6689-C5E76D835E3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090D9BDD-3342-D4CF-311A-94FCA8ED741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65393849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Gosaba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Subrata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Basanti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Shyamal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Kultali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Ganesh Chandra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Patharpratima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Samir Kumar Jana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Kakdwip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Manturam Pakhira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Bankim Chandra Hazra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Kulpi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Jogaranjan Halder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Raidighi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Aloke Jaldata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Mandirbazar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Joydeb Halder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Joynagar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Biswanath Das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Baruipur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Bivas Sardar (Vobo)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Canning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Paresh Ram Das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Canning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Saokat Molla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Baruipur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Biman Banerjee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94423636"/>
      </p:ext>
    </p:extLst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99E875-58A0-2AB6-5CAF-9757BF07A2C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EF851E6-00CB-CF01-B3D6-5DDC6FC04DC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B5E8A10-B955-3480-A7BF-324414138B2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( 11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2871B5C-489E-83C3-45CC-4496ED5FC66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2573EB8-5160-E850-C160-0FD130F1306E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589854DD-C8B4-0DFE-92E7-54AE53E8193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6B0E152C-0315-6EAF-3298-47611AFF709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32851582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Magrahat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Namita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Magrahat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Gias Uddin Molla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Diamond Harbour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Pannalal Halder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Falta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Sankar Kumar Naskar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Satgachhia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Mohan Chandra Naskar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Bishnupur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Dilip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Sonarpur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Arundhuti Maitra (Lovely)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Bhangar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Md. Nawsad Siddique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RSSCMJP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Kasba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Ahmed Javed Khan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Jadavpur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Debabrata Majumdar (Malay)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Sonarpur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Firdousi Begum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Tollyganj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Aroop Biswas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Behala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Ratna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Behala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Partha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64239784"/>
      </p:ext>
    </p:extLst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A2D032C-5AE4-FDBE-27C9-686B09B1737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F163441-4DBA-E631-B4A9-00BC3CC154F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20A86CB-D1C9-5702-A106-94AA81B06A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( 12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C5195C5-4FC0-A461-65EA-ED48E8A6CC2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79D33A7-D266-77F1-E25D-D5C2E60622E2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4A98F2E9-E3A7-9E4C-6969-B9D5074893F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45F8CC50-FAF5-DE88-6F8C-5612AF1A269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77070319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Maheshtala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Dulal Chandra Das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Budge Budge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Ashok Kumar Deb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Metiaburuz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Abdul Khaleque Molla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Port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Firhad Hakim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Bhabanipur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Banerjee Mamata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Rashbehari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Debasish Kumar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Ballygunge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Babul Supriyo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Chowrangee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Bandyopadhyay Nayna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Entally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Swarna Kamal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Beleghata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Paresh Paul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Jorasanko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Vivek Gupta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Shyampukur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SHASHI PANJA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Maniktola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Supti Pandey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Kashipur-Belgachhia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Atin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00024718"/>
      </p:ext>
    </p:extLst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0B3360-A2E5-E1C6-EFE0-2654A7C128F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3C7A5EC-CD4B-AB86-E3AA-DBD80A3C48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DD32AAA-1CDC-E735-9C28-7F7D24431E6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( 13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96616DB-E61F-292D-5208-AEA95E967AF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98FE254-E845-4F41-DC19-5BB0659C1A82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C7D44769-679B-1DE5-F851-BCD3DCE1193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48ACCAB8-E2D4-D798-2D8D-46F4F9BBC12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48959958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Rana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Gautam Chowdhuri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 Madhya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Arup Roy, S/O Late Prabhat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Shibpur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Manoj Tiwary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Nandita Chowdhury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Sankrail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Priya Paul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Panchla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Gulsan Mullick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Uluberia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Bidesh Ranjan Bose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Uluberia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Nirmal Maji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Uluberia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Pulak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Shyampur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Kalipada Mandal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Bagnan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Arunava Sen (Raja)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Amta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Sukanta Kumar Paul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Udaynarayanpur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Samir Kumar Panja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08236920"/>
      </p:ext>
    </p:extLst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935D42-D412-0339-86CE-DE3AD59192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AF510D3-1D51-93F8-C402-D2BA5FFAE5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D6AD1B6-80F7-FFAC-CD8E-E04CDD1029A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( 14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BAAB17A-9B87-A899-792F-83652DCF573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E547D77-D489-C10F-9E84-C21AE35D794A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F45E22F0-40B0-6AF9-7C77-52121885893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CD6BDC88-E46F-265B-5149-E0D0D50A112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87256872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Jagatballavpur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Sitanath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Domjur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Kalyan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Kanchan Mullick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Sreerampur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Sudipto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Champdani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Arindam Guin (Bubai)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Singur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Becharam Manna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Chandannagar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Indranil Sen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Chunchura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Asit Mazumder (Tapan)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Balagarh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Manoranjan Bapari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Pandua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Ratna De Nag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Saptagram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Tapan Dasgupta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Chanditala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Swati Khandoker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Jangipara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Snehasis Chakraborty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Haripal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Karabi Manna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57429889"/>
      </p:ext>
    </p:extLst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F0B2EA1-A676-9333-525C-D9419CFFA10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9D0005F-80AB-5511-4AB1-A64D808555F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D1BDC0FB-3FD1-C0AB-D0C8-A58706F3D42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( 15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B6ADDC2-A50D-F62F-5FDA-119912253D7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8965BE6-263B-E5AB-82A7-0E4BF3CE60A8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64C7DF24-65DA-C43D-7B00-A79421B02DC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FB2B7017-E798-847B-91AD-1AD556E5D48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81398575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Dhanekhali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Asima Patra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Tarakeswar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Ramendu Sinharay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Pursurah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Biman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Arambag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Madhusudan Bag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Goghat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Biswanath Karak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Khanakul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Susanta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Tamluk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Saumen Kumar Mahapatra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Panskura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Biplab Roy Chowdhury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Panskura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Phiroja Bibi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Moyna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Ashoke Dinda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Nandakumar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Sukumar De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Mahishadal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Tilak Kumar Chakraborty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Haldia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Tapasi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Nandigram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Adhikari Suvendu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72175934"/>
      </p:ext>
    </p:extLst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FE6148E-324B-4C5A-B3CD-6EF1206451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680CB40-B9B7-84A5-6905-B0F5D728956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E7637E0-0058-16DC-8870-F57FD6C731B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( 16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0D9D588-A0C1-4E95-49FE-E8278D3F5EA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2464DD90-4891-28B8-1E07-CCACFFD9D758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CC16D4DF-F20C-2D41-B44D-EB710CD30A9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75AA0F22-B5CC-9700-2224-5072B0E18B3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33485463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Soham Chakraborty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Patashpur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Uttam Barik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Kanthi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Sumita Sinha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Bhagabanpur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Rabindranath Maity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Khejuri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Santanu Pramanik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Kanthi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Arup Kumar Das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Ramnagar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Akhil Giri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Egra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Tarun Kumar Maity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Dantan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Bikram Chandra Pradhan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Nayagram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Dulal Murmu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Gopiballavpur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Khagendra Nath Mahata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Birbaha Hansda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Keshiary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Paresh Murmu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Kharagpur Sadar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Hiranmoy Chattopadhyaya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26011779"/>
      </p:ext>
    </p:extLst>
  </p:cSld>
  <p:clrMapOvr>
    <a:masterClrMapping/>
  </p:clrMapOvr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154180-474E-FE8E-C80C-EF01272EC6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B9FD3CE-6F9B-0A7C-4C4E-7140DB878C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C513829-BE53-81CF-8D68-5A738A79180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( 17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EAF5CC9-8035-02B0-DC4D-36170E6E0A7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C3ADFB6-F54F-4213-D6ED-3714708B68DD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B3F0F30B-E927-8EEB-4E9B-4BA1B6DBCA5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55506D29-370D-469E-521A-D6828071233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38710425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Narayangarh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Atta Surja Kanta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Sabang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Manas Ranjan Bhunia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Pingla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Ajit Maity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Kharagpur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Dinen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Debra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Humayun Kabir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Daspur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Mamata Bhunia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Ghatal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Sital Kapat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Chandrakona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Arup Dhara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Garbeta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Uttara Singha (Hazra)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Salboni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Srikanta Mahata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Keshpur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Seuli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Sujoy Hazra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Binpur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Debnath Hansda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Bandwan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Rajib Lochan Saren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09500065"/>
      </p:ext>
    </p:extLst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D9F32C-B85D-C92E-E7C2-F9BA9FA3908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4A56AAC-E013-3251-69DA-4A055CE514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410AAEF-BD6B-C7B4-5388-05146E16AE0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( 18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37F6710-4D47-EB33-EA08-8260D485937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8F80DBDC-A237-41A9-DD19-07B668BD667D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C5738E4D-B37C-48D9-55E2-D70AE94B03E7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77BC5101-EE0E-B84D-C47E-B55660EBA3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53644519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Balarampur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Baneswar Mahato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Baghmundi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Sushanta Mahato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Joypur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Nara Hari Mahato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Sudip Kumar Mukherjee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Manbazar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Sandhyarani Tudu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Kashipur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Kamalakanta Hansda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Nadiar Chand Bouri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Raghunathpur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Vivekananda Bauri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Saltora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Bauri Chandana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Chhatna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Satyanarayan Mukhopadhyay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Ranibandh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Jyotsna Mandi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Mrityunjoy Murmu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Taldangra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Arup Chakraborty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Niladri Sekhar Dana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32755907"/>
      </p:ext>
    </p:extLst>
  </p:cSld>
  <p:clrMapOvr>
    <a:masterClrMapping/>
  </p:clrMapOvr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4950563-E6BA-056A-C8A1-B58454B1BE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2C6D2EA-6C2E-2B62-18C5-00225CD18C6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0B9614E-5BB4-481B-676B-3DEF00B96CB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( 19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6DDAA79-EA35-F816-6915-6F7C387BAF3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404C9C7-949F-983F-CE43-D845E30FAFC4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65341E9C-98AC-DADE-3127-D6F690155C07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2D18FCE6-DDDE-54BE-CF97-39DA5E10CC2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17008403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Barjora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Alok Mukherjee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Onda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Amarnath Shakha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Bishnupure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Tanmay Ghosh (Bumba)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Katulpur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Harakali Protiher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Indus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Nirmal Kumar Dhara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Sonamukhi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Dibakar Gharami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Khandaghosh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Nabin Chandra Bag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Burdwan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Khokan Das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Shampa Dhara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Jamalpur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Alok Kumar Majhi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Monteswar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Chowdhury Siddiqullah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Deboprasad Bag (Poltu)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Memari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Madhusudan Bhattacharya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Burdwan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Nisith Kumar Malik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58551214"/>
      </p:ext>
    </p:extLst>
  </p:cSld>
  <p:clrMapOvr>
    <a:masterClrMapping/>
  </p:clrMapOvr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6E6474B-5351-0E47-FDE5-5D77E202E76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64FC8B7-3322-B2F2-5967-58CDE5476B9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6D843A86-9365-95C5-EF24-2EE31911959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( 20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5FD73A4-16C8-5CFC-C42D-70050ADD5E3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BEC7B5C-A533-E010-11E0-16571DCFFA05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3AE3BA51-AB88-BDE5-20E4-8B8FE3A3E1AB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09DC7FF8-2C68-B262-8E85-87148677CC1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12452072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Adhikari Mangobinda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Purbasthali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Swapan Debnath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Purbasthali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Tapan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Katwa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Rabindranath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Ketugram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Sekh Sahonawez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Mongalkote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Apurba Chowdhury (Achal)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Ausgram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Abhedananda Thander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Galsi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Nepal Ghorui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Pandabeswar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Narendranath Chakraborty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Durgapur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Pradip Mazumdar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Durgapur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Lakshman Chandra Ghorui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Tapas Banerjee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Jamuria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Hareram Singh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Asansol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Agnimitra Paul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40460984"/>
      </p:ext>
    </p:extLst>
  </p:cSld>
  <p:clrMapOvr>
    <a:masterClrMapping/>
  </p:clrMapOvr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9F21DBE-A5EB-15AB-E6A5-C4E816661FE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8E18B56-8642-8E51-C957-159C227F45E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03719088-CB59-B8DC-876C-E2C2FF70254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( 21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DA4DF30-8B52-F73E-182C-65F6240A9F8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FB58C60-BFC3-0582-0EA0-38BE52964FB3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B0E6F96C-A7AD-7BD3-894A-64BEE16D0C7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0127FE30-8BE2-E3B6-7EE3-085CA9B8C2B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03163679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Asansol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Ghatak Moloy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Kulti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Ajay Kumar Poddar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Barabani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Bidhan Upadhyay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FF0000"/>
                          </a:solidFill>
                          <a:effectLst/>
                          <a:latin typeface="Aptos Display" panose="020B0004020202020204" pitchFamily="34" charset="0"/>
                        </a:rPr>
                        <a:t>284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Dubrajpur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Anup Kumar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Bikash Roychoudhury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Bolpur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Sinha Chandranath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Nanoor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Bidhan Chandra Majhi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Labhpur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Abhijit Sinha (Rana)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Sainthia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Nilabati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Mayureswar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Abhijit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Rampurhat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Asish Banerjee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Hansan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Ashok Kumar </a:t>
                      </a:r>
                      <a:r>
                        <a:rPr lang="en-IN" sz="14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Chottop</a:t>
                      </a: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.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Nalhati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pl-PL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Rajendra Prasad Singh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Murarai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 Mosarraf Hossain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60673211"/>
      </p:ext>
    </p:extLst>
  </p:cSld>
  <p:clrMapOvr>
    <a:masterClrMapping/>
  </p:clrMapOvr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2534ACC-D3C3-3ADC-46A8-2AA881D52A5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702449AF-E147-87AA-FD8B-4ECEEE34514D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lang="en-US" sz="44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The End of the Report</a:t>
            </a:r>
            <a:endParaRPr kumimoji="0" lang="en-US" sz="4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7622709-8C02-548E-BBAF-679382ECADB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183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1186CA51-326C-0E8C-1E04-F08F2B4987F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721093682"/>
      </p:ext>
    </p:extLst>
  </p:cSld>
  <p:clrMapOvr>
    <a:masterClrMapping/>
  </p:clrMapOvr>
</p:sld>
</file>

<file path=ppt/theme/theme1.xml><?xml version="1.0" encoding="utf-8"?>
<a:theme xmlns:a="http://schemas.openxmlformats.org/drawingml/2006/main" name="1_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5162</TotalTime>
  <Words>14212</Words>
  <Application>Microsoft Office PowerPoint</Application>
  <PresentationFormat>Widescreen</PresentationFormat>
  <Paragraphs>7996</Paragraphs>
  <Slides>183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183</vt:i4>
      </vt:variant>
    </vt:vector>
  </HeadingPairs>
  <TitlesOfParts>
    <vt:vector size="189" baseType="lpstr">
      <vt:lpstr>Amasis MT Pro Medium</vt:lpstr>
      <vt:lpstr>Aptos</vt:lpstr>
      <vt:lpstr>Aptos Display</vt:lpstr>
      <vt:lpstr>Arial</vt:lpstr>
      <vt:lpstr>Calibri</vt:lpstr>
      <vt:lpstr>1_Office Theme</vt:lpstr>
      <vt:lpstr>PowerPoint Presentation</vt:lpstr>
      <vt:lpstr>Introduction</vt:lpstr>
      <vt:lpstr>Table of Contents</vt:lpstr>
      <vt:lpstr>PowerPoint Presentation</vt:lpstr>
      <vt:lpstr>Vote Share- State Level</vt:lpstr>
      <vt:lpstr>DMA – State Level (Overall)</vt:lpstr>
      <vt:lpstr>7 DMA – State Level</vt:lpstr>
      <vt:lpstr>PowerPoint Presentation</vt:lpstr>
      <vt:lpstr>Vote Share- By Demographics (1 of 4)</vt:lpstr>
      <vt:lpstr>Vote Share- By Demographics (2 of 4)</vt:lpstr>
      <vt:lpstr>Vote Share- By Demographics (3 of 4)</vt:lpstr>
      <vt:lpstr>Vote Share- By Demographics (4 of 4)</vt:lpstr>
      <vt:lpstr>PowerPoint Presentation</vt:lpstr>
      <vt:lpstr>DMA – Male (Overall) </vt:lpstr>
      <vt:lpstr>DMA – Female (Overall) </vt:lpstr>
      <vt:lpstr>DMA – Urban (Overall)</vt:lpstr>
      <vt:lpstr>DMA – Rural (Overall)</vt:lpstr>
      <vt:lpstr>DMA – Hindu (Overall)</vt:lpstr>
      <vt:lpstr>DMA – Muslim (Overall)</vt:lpstr>
      <vt:lpstr>DMA – General+OBC (Overall)</vt:lpstr>
      <vt:lpstr>DMA – SC (Overall)</vt:lpstr>
      <vt:lpstr>DMA – ST (Overall)</vt:lpstr>
      <vt:lpstr>DMA – 18 - 25 Years (Overall)</vt:lpstr>
      <vt:lpstr>DMA – 26 - 35 Years (Overall)</vt:lpstr>
      <vt:lpstr>DMA – 36 - 50 Years (Overall)</vt:lpstr>
      <vt:lpstr>DMA – 50+ Years (Overall)</vt:lpstr>
      <vt:lpstr>7DMA – Male</vt:lpstr>
      <vt:lpstr>7DMA – Female</vt:lpstr>
      <vt:lpstr>7DMA – Urban</vt:lpstr>
      <vt:lpstr>7DMA – Rural</vt:lpstr>
      <vt:lpstr>7DMA – Hindu</vt:lpstr>
      <vt:lpstr>7DMA – Muslim</vt:lpstr>
      <vt:lpstr>7DMA – General+OBC</vt:lpstr>
      <vt:lpstr>7DMA – SC</vt:lpstr>
      <vt:lpstr>7DMA – ST</vt:lpstr>
      <vt:lpstr>7DMA – 18 - 25 Years</vt:lpstr>
      <vt:lpstr>7DMA – 26 - 35 Years</vt:lpstr>
      <vt:lpstr>7DMA – 36 - 50 Years</vt:lpstr>
      <vt:lpstr>7DMA – 50+ Years</vt:lpstr>
      <vt:lpstr>PowerPoint Presentation</vt:lpstr>
      <vt:lpstr>Caste Wise Vote Shares (30 DMA)</vt:lpstr>
      <vt:lpstr>Caste Wise Vote Shares (Overall)</vt:lpstr>
      <vt:lpstr>PowerPoint Presentation</vt:lpstr>
      <vt:lpstr>Top Reasons for Party Choices – 7 DMA</vt:lpstr>
      <vt:lpstr>Top Reasons for Party Choices - Overall</vt:lpstr>
      <vt:lpstr>PowerPoint Presentation</vt:lpstr>
      <vt:lpstr>Gains and Losses- 7 DMA</vt:lpstr>
      <vt:lpstr>Gains and Losses- (Overall)</vt:lpstr>
      <vt:lpstr>Gains and Losses- Urban (Overall)</vt:lpstr>
      <vt:lpstr>Gains and Losses- Rural (Overall)</vt:lpstr>
      <vt:lpstr>Gains and Losses- Male (Overall)</vt:lpstr>
      <vt:lpstr>Gains and Losses- Female (Overall)</vt:lpstr>
      <vt:lpstr>Gains and Losses- 18-25 Age Group (Overall)</vt:lpstr>
      <vt:lpstr>Gains and Losses- 26-34 Age Group (Overall)</vt:lpstr>
      <vt:lpstr>Gains and Losses- 36-50 Age Group (Overall)</vt:lpstr>
      <vt:lpstr>Gains and Losses- 50+ Age Group (Overall)</vt:lpstr>
      <vt:lpstr>Gains and Losses- Hindus (Overall)</vt:lpstr>
      <vt:lpstr>Gains and Losses- Muslims (Overall)</vt:lpstr>
      <vt:lpstr>Gains and Losses- General+ OBC Category (Overall)</vt:lpstr>
      <vt:lpstr>Gains and Losses- SC Category (Overall)</vt:lpstr>
      <vt:lpstr>Gains and Losses- ST Category (Overall)</vt:lpstr>
      <vt:lpstr>PowerPoint Presentation</vt:lpstr>
      <vt:lpstr>Vote Transferability- 7 DMA</vt:lpstr>
      <vt:lpstr>Vote Transferability- Overall</vt:lpstr>
      <vt:lpstr>PowerPoint Presentation</vt:lpstr>
      <vt:lpstr>Preferred CM Candidate</vt:lpstr>
      <vt:lpstr>PowerPoint Presentation</vt:lpstr>
      <vt:lpstr>State Government Rating– State Level</vt:lpstr>
      <vt:lpstr>PowerPoint Presentation</vt:lpstr>
      <vt:lpstr>Key Issues</vt:lpstr>
      <vt:lpstr>PowerPoint Presentation</vt:lpstr>
      <vt:lpstr>Wisdom of Crowds: Which Party is Likely to Win Next Elections - Overall</vt:lpstr>
      <vt:lpstr>PowerPoint Presentation</vt:lpstr>
      <vt:lpstr>Vote Share by Regions</vt:lpstr>
      <vt:lpstr>DMA – Jalpaiguri (Overall)</vt:lpstr>
      <vt:lpstr>DMA – Malda (Overall)</vt:lpstr>
      <vt:lpstr>DMA – Burdwan (Overall)</vt:lpstr>
      <vt:lpstr>DMA – Medinipur (Overall)</vt:lpstr>
      <vt:lpstr>DMA – Presidency (Overall)</vt:lpstr>
      <vt:lpstr>7DMA – Jalpaiguri</vt:lpstr>
      <vt:lpstr>7DMA – Malda</vt:lpstr>
      <vt:lpstr>7DMA – Burdwan</vt:lpstr>
      <vt:lpstr>7DMA – Medinipur</vt:lpstr>
      <vt:lpstr>7DMA – Presidency</vt:lpstr>
      <vt:lpstr>PowerPoint Presentation</vt:lpstr>
      <vt:lpstr>Seat Share</vt:lpstr>
      <vt:lpstr>Margin Buckets</vt:lpstr>
      <vt:lpstr>Vote Share- By Districts L15D (1 of 2)</vt:lpstr>
      <vt:lpstr>Vote Share- By Districts L15D (2 of 2)</vt:lpstr>
      <vt:lpstr>Vote Share- By Districts Overall (1 of 2)</vt:lpstr>
      <vt:lpstr>Vote Share- By Districts Overall (2 of 2)</vt:lpstr>
      <vt:lpstr>Vote Share- By Districts 30 DMA (1 of 2)</vt:lpstr>
      <vt:lpstr>Vote Share- By Districts 30 DMA (2 of 2)</vt:lpstr>
      <vt:lpstr>PowerPoint Presentation</vt:lpstr>
      <vt:lpstr>15DMA – Alipurduars</vt:lpstr>
      <vt:lpstr>15DMA – Bankura</vt:lpstr>
      <vt:lpstr>15DMA – Birbhum</vt:lpstr>
      <vt:lpstr>15DMA – Cooch Behar</vt:lpstr>
      <vt:lpstr>15DMA – Dakshin Dinajpur</vt:lpstr>
      <vt:lpstr>15DMA – Hooghly</vt:lpstr>
      <vt:lpstr>15DMA – Howrah</vt:lpstr>
      <vt:lpstr>15DMA – Jalpaiguri</vt:lpstr>
      <vt:lpstr>15DMA – Jhargram</vt:lpstr>
      <vt:lpstr>15DMA – Kolkata Corporation</vt:lpstr>
      <vt:lpstr>15DMA – Maldaha</vt:lpstr>
      <vt:lpstr>15DMA – Murshidabad</vt:lpstr>
      <vt:lpstr>15DMA – Nadia</vt:lpstr>
      <vt:lpstr>15DMA – North 24 Parganas</vt:lpstr>
      <vt:lpstr>15DMA – Paschim Bardhaman</vt:lpstr>
      <vt:lpstr>15DMA – Paschim Medinipur</vt:lpstr>
      <vt:lpstr>15DMA – Purbo Bardhaman</vt:lpstr>
      <vt:lpstr>15DMA – Purbo Medinipur</vt:lpstr>
      <vt:lpstr>15DMA – Purulia</vt:lpstr>
      <vt:lpstr>15DMA – South 24 Parganas</vt:lpstr>
      <vt:lpstr>15DMA – Uttar Dinajpur</vt:lpstr>
      <vt:lpstr>30 DMA – Alipurduars</vt:lpstr>
      <vt:lpstr>30 DMA – Bankura</vt:lpstr>
      <vt:lpstr>15DMA – Birbhum</vt:lpstr>
      <vt:lpstr>30 DMA – Cooch Behar</vt:lpstr>
      <vt:lpstr>30 DMA – Dakshin Dinajpur</vt:lpstr>
      <vt:lpstr>30 DMA – Hooghly</vt:lpstr>
      <vt:lpstr>30 DMA – Howrah</vt:lpstr>
      <vt:lpstr>30 DMA – Jalpaiguri</vt:lpstr>
      <vt:lpstr>30 DMA – Jhargram</vt:lpstr>
      <vt:lpstr>30 DMA – Kolkata Corporation</vt:lpstr>
      <vt:lpstr>30 DMA – Maldaha</vt:lpstr>
      <vt:lpstr>30 DMA – Murshidabad</vt:lpstr>
      <vt:lpstr>30 DMA – Nadia</vt:lpstr>
      <vt:lpstr>30 DMA – North 24 Parganas</vt:lpstr>
      <vt:lpstr>30 DMA – Paschim Bardhaman</vt:lpstr>
      <vt:lpstr>30 DMA – Paschim Medinipur</vt:lpstr>
      <vt:lpstr>30 DMA – Purbo Bardhaman</vt:lpstr>
      <vt:lpstr>30 DMA – Purbo Medinipur</vt:lpstr>
      <vt:lpstr>30 DMA – Purulia</vt:lpstr>
      <vt:lpstr>30 DMA – South 24 Parganas</vt:lpstr>
      <vt:lpstr>30 DMA – Uttar Dinajpur</vt:lpstr>
      <vt:lpstr>PowerPoint Presentation</vt:lpstr>
      <vt:lpstr>Seat Share</vt:lpstr>
      <vt:lpstr>Margin Buckets</vt:lpstr>
      <vt:lpstr>AC Wise Vote Shares 90 DMA ( 1 of 21)</vt:lpstr>
      <vt:lpstr>AC Wise Vote Shares 90 DMA ( 2 of 21)</vt:lpstr>
      <vt:lpstr>AC Wise Vote Shares 90 DMA ( 3 of 21)</vt:lpstr>
      <vt:lpstr>AC Wise Vote Shares 90 DMA ( 4 of 21)</vt:lpstr>
      <vt:lpstr>AC Wise Vote Shares 90 DMA ( 5 of 21)</vt:lpstr>
      <vt:lpstr>AC Wise Vote Shares 90 DMA ( 6 of 21)</vt:lpstr>
      <vt:lpstr>AC Wise Vote Shares 90 DMA ( 7 of 21)</vt:lpstr>
      <vt:lpstr>AC Wise Vote Shares 90 DMA ( 8 of 21)</vt:lpstr>
      <vt:lpstr>AC Wise Vote Shares 90 DMA ( 9 of 21)</vt:lpstr>
      <vt:lpstr>AC Wise Vote Shares 90 DMA ( 10 of 21)</vt:lpstr>
      <vt:lpstr>AC Wise Vote Shares 90 DMA ( 11 of 21)</vt:lpstr>
      <vt:lpstr>AC Wise Vote Shares 90 DMA ( 12 of 21)</vt:lpstr>
      <vt:lpstr>AC Wise Vote Shares 90 DMA ( 13 of 21)</vt:lpstr>
      <vt:lpstr>AC Wise Vote Shares 90 DMA ( 14 of 21)</vt:lpstr>
      <vt:lpstr>AC Wise Vote Shares 90 DMA ( 15 of 21)</vt:lpstr>
      <vt:lpstr>AC Wise Vote Shares 90 DMA ( 16 of 21)</vt:lpstr>
      <vt:lpstr>AC Wise Vote Shares 90 DMA ( 17 of 21)</vt:lpstr>
      <vt:lpstr>AC Wise Vote Shares 90 DMA ( 18 of 21)</vt:lpstr>
      <vt:lpstr>AC Wise Vote Shares 90 DMA ( 19 of 21)</vt:lpstr>
      <vt:lpstr>AC Wise Vote Shares 90 DMA ( 20 of 21)</vt:lpstr>
      <vt:lpstr>AC Wise Vote Shares 90 DMA ( 21 of 21)</vt:lpstr>
      <vt:lpstr>PowerPoint Presentation</vt:lpstr>
      <vt:lpstr>MLA Approval Ratings 90 DMA ( 1 of 21)</vt:lpstr>
      <vt:lpstr>MLA Approval Ratings 90 DMA ( 2 of 21)</vt:lpstr>
      <vt:lpstr>MLA Approval Ratings 90 DMA ( 3 of 21)</vt:lpstr>
      <vt:lpstr>MLA Approval Ratings 90 DMA ( 4 of 21)</vt:lpstr>
      <vt:lpstr>MLA Approval Ratings 90 DMA ( 5 of 21)</vt:lpstr>
      <vt:lpstr>MLA Approval Ratings 90 DMA ( 6 of 21)</vt:lpstr>
      <vt:lpstr>MLA Approval Ratings 90 DMA ( 7 of 21)</vt:lpstr>
      <vt:lpstr>MLA Approval Ratings 90 DMA ( 8 of 21)</vt:lpstr>
      <vt:lpstr>MLA Approval Ratings 90 DMA ( 9 of 21)</vt:lpstr>
      <vt:lpstr>MLA Approval Ratings 90 DMA ( 10 of 21)</vt:lpstr>
      <vt:lpstr>MLA Approval Ratings 90 DMA ( 11 of 21)</vt:lpstr>
      <vt:lpstr>MLA Approval Ratings 90 DMA ( 12 of 21)</vt:lpstr>
      <vt:lpstr>MLA Approval Ratings 90 DMA ( 13 of 21)</vt:lpstr>
      <vt:lpstr>MLA Approval Ratings 90 DMA ( 14 of 21)</vt:lpstr>
      <vt:lpstr>MLA Approval Ratings 90 DMA ( 15 of 21)</vt:lpstr>
      <vt:lpstr>MLA Approval Ratings 90 DMA ( 16 of 21)</vt:lpstr>
      <vt:lpstr>MLA Approval Ratings 90 DMA ( 17 of 21)</vt:lpstr>
      <vt:lpstr>MLA Approval Ratings 90 DMA ( 18 of 21)</vt:lpstr>
      <vt:lpstr>MLA Approval Ratings 90 DMA ( 19 of 21)</vt:lpstr>
      <vt:lpstr>MLA Approval Ratings 90 DMA ( 20 of 21)</vt:lpstr>
      <vt:lpstr>MLA Approval Ratings 90 DMA ( 21 of 21)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Milan Sharma</dc:creator>
  <cp:lastModifiedBy>Milan Sharma</cp:lastModifiedBy>
  <cp:revision>369</cp:revision>
  <dcterms:created xsi:type="dcterms:W3CDTF">2025-10-14T12:24:13Z</dcterms:created>
  <dcterms:modified xsi:type="dcterms:W3CDTF">2025-11-05T11:20:50Z</dcterms:modified>
</cp:coreProperties>
</file>